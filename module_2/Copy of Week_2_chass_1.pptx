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BF63E1-CACA-644A-9F5A-B51D586030F6}" v="2" dt="2026-02-23T16:16:19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88"/>
  </p:normalViewPr>
  <p:slideViewPr>
    <p:cSldViewPr snapToGrid="0">
      <p:cViewPr varScale="1">
        <p:scale>
          <a:sx n="200" d="100"/>
          <a:sy n="200" d="100"/>
        </p:scale>
        <p:origin x="1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9466A-2B46-4989-AE87-BDD0513322E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BB7F6B-CEDE-49B1-AB3A-DEE401BF248E}">
      <dgm:prSet/>
      <dgm:spPr/>
      <dgm:t>
        <a:bodyPr/>
        <a:lstStyle/>
        <a:p>
          <a:r>
            <a:rPr lang="en-US"/>
            <a:t>First, we use Testing Data to evaluate Machine Learning methods.</a:t>
          </a:r>
        </a:p>
      </dgm:t>
    </dgm:pt>
    <dgm:pt modelId="{30D77BA6-7B0C-409F-8279-A46BA65D7B76}" type="parTrans" cxnId="{3FA50323-14BF-4F7D-8097-5581BF1571D9}">
      <dgm:prSet/>
      <dgm:spPr/>
      <dgm:t>
        <a:bodyPr/>
        <a:lstStyle/>
        <a:p>
          <a:endParaRPr lang="en-US"/>
        </a:p>
      </dgm:t>
    </dgm:pt>
    <dgm:pt modelId="{0000BE63-BB9E-453C-A87C-D68157ED4FB8}" type="sibTrans" cxnId="{3FA50323-14BF-4F7D-8097-5581BF1571D9}">
      <dgm:prSet/>
      <dgm:spPr/>
      <dgm:t>
        <a:bodyPr/>
        <a:lstStyle/>
        <a:p>
          <a:endParaRPr lang="en-US"/>
        </a:p>
      </dgm:t>
    </dgm:pt>
    <dgm:pt modelId="{956B1DE4-0DE9-4B04-819A-4B7869A72E46}">
      <dgm:prSet/>
      <dgm:spPr/>
      <dgm:t>
        <a:bodyPr/>
        <a:lstStyle/>
        <a:p>
          <a:r>
            <a:rPr lang="en-US"/>
            <a:t>Second, don’t be fooled by how well a Machine Learning method fits the Training Data.</a:t>
          </a:r>
        </a:p>
      </dgm:t>
    </dgm:pt>
    <dgm:pt modelId="{9DCB05AD-3A1E-4995-840F-013CF2604219}" type="parTrans" cxnId="{4EAA0E31-C38A-42D0-B888-7C419EEA8859}">
      <dgm:prSet/>
      <dgm:spPr/>
      <dgm:t>
        <a:bodyPr/>
        <a:lstStyle/>
        <a:p>
          <a:endParaRPr lang="en-US"/>
        </a:p>
      </dgm:t>
    </dgm:pt>
    <dgm:pt modelId="{AF1839FE-F3A7-4741-9131-BBDB8EB2D78B}" type="sibTrans" cxnId="{4EAA0E31-C38A-42D0-B888-7C419EEA8859}">
      <dgm:prSet/>
      <dgm:spPr/>
      <dgm:t>
        <a:bodyPr/>
        <a:lstStyle/>
        <a:p>
          <a:endParaRPr lang="en-US"/>
        </a:p>
      </dgm:t>
    </dgm:pt>
    <dgm:pt modelId="{415F1108-7B22-422E-BAF8-0E827D550777}">
      <dgm:prSet/>
      <dgm:spPr/>
      <dgm:t>
        <a:bodyPr/>
        <a:lstStyle/>
        <a:p>
          <a:r>
            <a:rPr lang="en-US"/>
            <a:t>Fitting the Training Data well but making poor predictions, is called the </a:t>
          </a:r>
          <a:r>
            <a:rPr lang="en-US" b="1"/>
            <a:t>Bias-Variance Tradeoff</a:t>
          </a:r>
          <a:r>
            <a:rPr lang="en-US"/>
            <a:t>.</a:t>
          </a:r>
        </a:p>
      </dgm:t>
    </dgm:pt>
    <dgm:pt modelId="{B6E3E069-2C06-400E-B831-5666ACA94C00}" type="parTrans" cxnId="{D26B9FC7-1C3F-4496-92AB-22C6330B1E61}">
      <dgm:prSet/>
      <dgm:spPr/>
      <dgm:t>
        <a:bodyPr/>
        <a:lstStyle/>
        <a:p>
          <a:endParaRPr lang="en-US"/>
        </a:p>
      </dgm:t>
    </dgm:pt>
    <dgm:pt modelId="{96C5C6D0-D071-409B-9175-98462E14A86B}" type="sibTrans" cxnId="{D26B9FC7-1C3F-4496-92AB-22C6330B1E61}">
      <dgm:prSet/>
      <dgm:spPr/>
      <dgm:t>
        <a:bodyPr/>
        <a:lstStyle/>
        <a:p>
          <a:endParaRPr lang="en-US"/>
        </a:p>
      </dgm:t>
    </dgm:pt>
    <dgm:pt modelId="{9D8AB024-129A-4BDE-BC58-2C084A5F5DFE}">
      <dgm:prSet/>
      <dgm:spPr/>
      <dgm:t>
        <a:bodyPr/>
        <a:lstStyle/>
        <a:p>
          <a:r>
            <a:rPr lang="en-US"/>
            <a:t>Regardless of algorithms/methods, the most important thing isn’t how fancy it is, but how it performs with Testing Data.</a:t>
          </a:r>
        </a:p>
      </dgm:t>
    </dgm:pt>
    <dgm:pt modelId="{2C83B467-576C-4CA1-B9BD-9E759BFAF878}" type="parTrans" cxnId="{EADF5BE6-BB42-496C-A2B3-83F78DE2E7EB}">
      <dgm:prSet/>
      <dgm:spPr/>
      <dgm:t>
        <a:bodyPr/>
        <a:lstStyle/>
        <a:p>
          <a:endParaRPr lang="en-US"/>
        </a:p>
      </dgm:t>
    </dgm:pt>
    <dgm:pt modelId="{8247BBDF-EC97-41B3-BCDF-54A6278ACD48}" type="sibTrans" cxnId="{EADF5BE6-BB42-496C-A2B3-83F78DE2E7EB}">
      <dgm:prSet/>
      <dgm:spPr/>
      <dgm:t>
        <a:bodyPr/>
        <a:lstStyle/>
        <a:p>
          <a:endParaRPr lang="en-US"/>
        </a:p>
      </dgm:t>
    </dgm:pt>
    <dgm:pt modelId="{DC3B8031-F67F-49F9-8D1A-264EA0D40D8C}" type="pres">
      <dgm:prSet presAssocID="{4A29466A-2B46-4989-AE87-BDD0513322E4}" presName="root" presStyleCnt="0">
        <dgm:presLayoutVars>
          <dgm:dir/>
          <dgm:resizeHandles val="exact"/>
        </dgm:presLayoutVars>
      </dgm:prSet>
      <dgm:spPr/>
    </dgm:pt>
    <dgm:pt modelId="{6E4EAC64-E67A-4094-8167-3A68E0D63995}" type="pres">
      <dgm:prSet presAssocID="{5CBB7F6B-CEDE-49B1-AB3A-DEE401BF248E}" presName="compNode" presStyleCnt="0"/>
      <dgm:spPr/>
    </dgm:pt>
    <dgm:pt modelId="{05D9730A-DE05-4808-88F8-7FB62E96F346}" type="pres">
      <dgm:prSet presAssocID="{5CBB7F6B-CEDE-49B1-AB3A-DEE401BF248E}" presName="bgRect" presStyleLbl="bgShp" presStyleIdx="0" presStyleCnt="4"/>
      <dgm:spPr/>
    </dgm:pt>
    <dgm:pt modelId="{C26CC7EF-43F4-4EC4-A147-8770ED460C10}" type="pres">
      <dgm:prSet presAssocID="{5CBB7F6B-CEDE-49B1-AB3A-DEE401BF24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F411DA0-0825-4A77-96B1-738F9FA89616}" type="pres">
      <dgm:prSet presAssocID="{5CBB7F6B-CEDE-49B1-AB3A-DEE401BF248E}" presName="spaceRect" presStyleCnt="0"/>
      <dgm:spPr/>
    </dgm:pt>
    <dgm:pt modelId="{8BA1F575-F115-4A40-93EC-368895A419C4}" type="pres">
      <dgm:prSet presAssocID="{5CBB7F6B-CEDE-49B1-AB3A-DEE401BF248E}" presName="parTx" presStyleLbl="revTx" presStyleIdx="0" presStyleCnt="4">
        <dgm:presLayoutVars>
          <dgm:chMax val="0"/>
          <dgm:chPref val="0"/>
        </dgm:presLayoutVars>
      </dgm:prSet>
      <dgm:spPr/>
    </dgm:pt>
    <dgm:pt modelId="{F194E402-32FB-4511-80EA-A354EB965FC4}" type="pres">
      <dgm:prSet presAssocID="{0000BE63-BB9E-453C-A87C-D68157ED4FB8}" presName="sibTrans" presStyleCnt="0"/>
      <dgm:spPr/>
    </dgm:pt>
    <dgm:pt modelId="{A81A2EDE-1B2B-4048-8329-08F95C965DD2}" type="pres">
      <dgm:prSet presAssocID="{956B1DE4-0DE9-4B04-819A-4B7869A72E46}" presName="compNode" presStyleCnt="0"/>
      <dgm:spPr/>
    </dgm:pt>
    <dgm:pt modelId="{DD18CD2B-8A32-408B-BFF6-6BCFBA5DCEE7}" type="pres">
      <dgm:prSet presAssocID="{956B1DE4-0DE9-4B04-819A-4B7869A72E46}" presName="bgRect" presStyleLbl="bgShp" presStyleIdx="1" presStyleCnt="4"/>
      <dgm:spPr/>
    </dgm:pt>
    <dgm:pt modelId="{7A99E72A-353A-477D-9611-D68F3889D6D9}" type="pres">
      <dgm:prSet presAssocID="{956B1DE4-0DE9-4B04-819A-4B7869A72E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211229E-7911-4CA3-AA3C-41CC254124EC}" type="pres">
      <dgm:prSet presAssocID="{956B1DE4-0DE9-4B04-819A-4B7869A72E46}" presName="spaceRect" presStyleCnt="0"/>
      <dgm:spPr/>
    </dgm:pt>
    <dgm:pt modelId="{4EEE92DB-0F94-40E9-946B-D724A6EDAE65}" type="pres">
      <dgm:prSet presAssocID="{956B1DE4-0DE9-4B04-819A-4B7869A72E46}" presName="parTx" presStyleLbl="revTx" presStyleIdx="1" presStyleCnt="4">
        <dgm:presLayoutVars>
          <dgm:chMax val="0"/>
          <dgm:chPref val="0"/>
        </dgm:presLayoutVars>
      </dgm:prSet>
      <dgm:spPr/>
    </dgm:pt>
    <dgm:pt modelId="{D4DD63FE-9165-4C32-9045-21FB17575490}" type="pres">
      <dgm:prSet presAssocID="{AF1839FE-F3A7-4741-9131-BBDB8EB2D78B}" presName="sibTrans" presStyleCnt="0"/>
      <dgm:spPr/>
    </dgm:pt>
    <dgm:pt modelId="{FC70C095-49AF-4056-A924-7CED5ED405FC}" type="pres">
      <dgm:prSet presAssocID="{415F1108-7B22-422E-BAF8-0E827D550777}" presName="compNode" presStyleCnt="0"/>
      <dgm:spPr/>
    </dgm:pt>
    <dgm:pt modelId="{62E5972E-564A-4EB3-B5CD-A55A94D54686}" type="pres">
      <dgm:prSet presAssocID="{415F1108-7B22-422E-BAF8-0E827D550777}" presName="bgRect" presStyleLbl="bgShp" presStyleIdx="2" presStyleCnt="4"/>
      <dgm:spPr/>
    </dgm:pt>
    <dgm:pt modelId="{8FDE81B8-6F56-4519-BE14-F54AAFBE5DD4}" type="pres">
      <dgm:prSet presAssocID="{415F1108-7B22-422E-BAF8-0E827D5507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4FB163BC-1CE7-42B7-BC42-6C1BA2F49A00}" type="pres">
      <dgm:prSet presAssocID="{415F1108-7B22-422E-BAF8-0E827D550777}" presName="spaceRect" presStyleCnt="0"/>
      <dgm:spPr/>
    </dgm:pt>
    <dgm:pt modelId="{E1216D0B-EEA3-4D71-81A5-5BC3C9481938}" type="pres">
      <dgm:prSet presAssocID="{415F1108-7B22-422E-BAF8-0E827D550777}" presName="parTx" presStyleLbl="revTx" presStyleIdx="2" presStyleCnt="4">
        <dgm:presLayoutVars>
          <dgm:chMax val="0"/>
          <dgm:chPref val="0"/>
        </dgm:presLayoutVars>
      </dgm:prSet>
      <dgm:spPr/>
    </dgm:pt>
    <dgm:pt modelId="{87C67513-FEAC-41BA-B0C3-08DFBB51D765}" type="pres">
      <dgm:prSet presAssocID="{96C5C6D0-D071-409B-9175-98462E14A86B}" presName="sibTrans" presStyleCnt="0"/>
      <dgm:spPr/>
    </dgm:pt>
    <dgm:pt modelId="{E96CAE08-2505-49F2-9BC2-3FE013F39E80}" type="pres">
      <dgm:prSet presAssocID="{9D8AB024-129A-4BDE-BC58-2C084A5F5DFE}" presName="compNode" presStyleCnt="0"/>
      <dgm:spPr/>
    </dgm:pt>
    <dgm:pt modelId="{311115CF-C5B6-49C2-971A-4D21FF8733DF}" type="pres">
      <dgm:prSet presAssocID="{9D8AB024-129A-4BDE-BC58-2C084A5F5DFE}" presName="bgRect" presStyleLbl="bgShp" presStyleIdx="3" presStyleCnt="4"/>
      <dgm:spPr/>
    </dgm:pt>
    <dgm:pt modelId="{0830C33B-D2A4-439F-9DF1-8C1FA6832846}" type="pres">
      <dgm:prSet presAssocID="{9D8AB024-129A-4BDE-BC58-2C084A5F5D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C042741-3FE3-4E18-9BE6-199DC85F6550}" type="pres">
      <dgm:prSet presAssocID="{9D8AB024-129A-4BDE-BC58-2C084A5F5DFE}" presName="spaceRect" presStyleCnt="0"/>
      <dgm:spPr/>
    </dgm:pt>
    <dgm:pt modelId="{EC7656E0-3D97-4D64-8B15-1D01A78BC516}" type="pres">
      <dgm:prSet presAssocID="{9D8AB024-129A-4BDE-BC58-2C084A5F5DF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024A419-2DA8-470A-A92F-C228168E19A4}" type="presOf" srcId="{5CBB7F6B-CEDE-49B1-AB3A-DEE401BF248E}" destId="{8BA1F575-F115-4A40-93EC-368895A419C4}" srcOrd="0" destOrd="0" presId="urn:microsoft.com/office/officeart/2018/2/layout/IconVerticalSolidList"/>
    <dgm:cxn modelId="{3FA50323-14BF-4F7D-8097-5581BF1571D9}" srcId="{4A29466A-2B46-4989-AE87-BDD0513322E4}" destId="{5CBB7F6B-CEDE-49B1-AB3A-DEE401BF248E}" srcOrd="0" destOrd="0" parTransId="{30D77BA6-7B0C-409F-8279-A46BA65D7B76}" sibTransId="{0000BE63-BB9E-453C-A87C-D68157ED4FB8}"/>
    <dgm:cxn modelId="{4EAA0E31-C38A-42D0-B888-7C419EEA8859}" srcId="{4A29466A-2B46-4989-AE87-BDD0513322E4}" destId="{956B1DE4-0DE9-4B04-819A-4B7869A72E46}" srcOrd="1" destOrd="0" parTransId="{9DCB05AD-3A1E-4995-840F-013CF2604219}" sibTransId="{AF1839FE-F3A7-4741-9131-BBDB8EB2D78B}"/>
    <dgm:cxn modelId="{A212CCA1-CF5B-4F28-AB8C-0C33F5F41A24}" type="presOf" srcId="{9D8AB024-129A-4BDE-BC58-2C084A5F5DFE}" destId="{EC7656E0-3D97-4D64-8B15-1D01A78BC516}" srcOrd="0" destOrd="0" presId="urn:microsoft.com/office/officeart/2018/2/layout/IconVerticalSolidList"/>
    <dgm:cxn modelId="{509CACAC-F6A0-433A-9D6C-CB2CD1E624F7}" type="presOf" srcId="{415F1108-7B22-422E-BAF8-0E827D550777}" destId="{E1216D0B-EEA3-4D71-81A5-5BC3C9481938}" srcOrd="0" destOrd="0" presId="urn:microsoft.com/office/officeart/2018/2/layout/IconVerticalSolidList"/>
    <dgm:cxn modelId="{425A33B7-D5FE-4B39-8019-422CAAB99CFE}" type="presOf" srcId="{956B1DE4-0DE9-4B04-819A-4B7869A72E46}" destId="{4EEE92DB-0F94-40E9-946B-D724A6EDAE65}" srcOrd="0" destOrd="0" presId="urn:microsoft.com/office/officeart/2018/2/layout/IconVerticalSolidList"/>
    <dgm:cxn modelId="{D26B9FC7-1C3F-4496-92AB-22C6330B1E61}" srcId="{4A29466A-2B46-4989-AE87-BDD0513322E4}" destId="{415F1108-7B22-422E-BAF8-0E827D550777}" srcOrd="2" destOrd="0" parTransId="{B6E3E069-2C06-400E-B831-5666ACA94C00}" sibTransId="{96C5C6D0-D071-409B-9175-98462E14A86B}"/>
    <dgm:cxn modelId="{BE20FBCD-F923-4C63-9559-8FD65774C8FA}" type="presOf" srcId="{4A29466A-2B46-4989-AE87-BDD0513322E4}" destId="{DC3B8031-F67F-49F9-8D1A-264EA0D40D8C}" srcOrd="0" destOrd="0" presId="urn:microsoft.com/office/officeart/2018/2/layout/IconVerticalSolidList"/>
    <dgm:cxn modelId="{EADF5BE6-BB42-496C-A2B3-83F78DE2E7EB}" srcId="{4A29466A-2B46-4989-AE87-BDD0513322E4}" destId="{9D8AB024-129A-4BDE-BC58-2C084A5F5DFE}" srcOrd="3" destOrd="0" parTransId="{2C83B467-576C-4CA1-B9BD-9E759BFAF878}" sibTransId="{8247BBDF-EC97-41B3-BCDF-54A6278ACD48}"/>
    <dgm:cxn modelId="{C70142ED-8E58-4961-991A-2A79C518C229}" type="presParOf" srcId="{DC3B8031-F67F-49F9-8D1A-264EA0D40D8C}" destId="{6E4EAC64-E67A-4094-8167-3A68E0D63995}" srcOrd="0" destOrd="0" presId="urn:microsoft.com/office/officeart/2018/2/layout/IconVerticalSolidList"/>
    <dgm:cxn modelId="{1D25EE22-646A-4524-A15F-3A9512D85749}" type="presParOf" srcId="{6E4EAC64-E67A-4094-8167-3A68E0D63995}" destId="{05D9730A-DE05-4808-88F8-7FB62E96F346}" srcOrd="0" destOrd="0" presId="urn:microsoft.com/office/officeart/2018/2/layout/IconVerticalSolidList"/>
    <dgm:cxn modelId="{EDCE0720-43F2-40E1-B9A2-41A6ECA29AC4}" type="presParOf" srcId="{6E4EAC64-E67A-4094-8167-3A68E0D63995}" destId="{C26CC7EF-43F4-4EC4-A147-8770ED460C10}" srcOrd="1" destOrd="0" presId="urn:microsoft.com/office/officeart/2018/2/layout/IconVerticalSolidList"/>
    <dgm:cxn modelId="{7EA5DBBE-BE6B-4B21-851F-7A20FAA23019}" type="presParOf" srcId="{6E4EAC64-E67A-4094-8167-3A68E0D63995}" destId="{AF411DA0-0825-4A77-96B1-738F9FA89616}" srcOrd="2" destOrd="0" presId="urn:microsoft.com/office/officeart/2018/2/layout/IconVerticalSolidList"/>
    <dgm:cxn modelId="{98BF670A-743E-4C6D-BF4C-2CD28A552786}" type="presParOf" srcId="{6E4EAC64-E67A-4094-8167-3A68E0D63995}" destId="{8BA1F575-F115-4A40-93EC-368895A419C4}" srcOrd="3" destOrd="0" presId="urn:microsoft.com/office/officeart/2018/2/layout/IconVerticalSolidList"/>
    <dgm:cxn modelId="{45B90AD0-2950-4D75-92C2-6E4CB6CDDE4C}" type="presParOf" srcId="{DC3B8031-F67F-49F9-8D1A-264EA0D40D8C}" destId="{F194E402-32FB-4511-80EA-A354EB965FC4}" srcOrd="1" destOrd="0" presId="urn:microsoft.com/office/officeart/2018/2/layout/IconVerticalSolidList"/>
    <dgm:cxn modelId="{49CFC5E1-0DFA-49E5-BF6E-53015BB52992}" type="presParOf" srcId="{DC3B8031-F67F-49F9-8D1A-264EA0D40D8C}" destId="{A81A2EDE-1B2B-4048-8329-08F95C965DD2}" srcOrd="2" destOrd="0" presId="urn:microsoft.com/office/officeart/2018/2/layout/IconVerticalSolidList"/>
    <dgm:cxn modelId="{339788FD-6B53-4486-9348-BF5B1C4F9927}" type="presParOf" srcId="{A81A2EDE-1B2B-4048-8329-08F95C965DD2}" destId="{DD18CD2B-8A32-408B-BFF6-6BCFBA5DCEE7}" srcOrd="0" destOrd="0" presId="urn:microsoft.com/office/officeart/2018/2/layout/IconVerticalSolidList"/>
    <dgm:cxn modelId="{DC64AF8F-97FA-42E5-B7D0-0FCD38C4600B}" type="presParOf" srcId="{A81A2EDE-1B2B-4048-8329-08F95C965DD2}" destId="{7A99E72A-353A-477D-9611-D68F3889D6D9}" srcOrd="1" destOrd="0" presId="urn:microsoft.com/office/officeart/2018/2/layout/IconVerticalSolidList"/>
    <dgm:cxn modelId="{D5735491-CA21-460F-BAE2-F6B55DE3E63A}" type="presParOf" srcId="{A81A2EDE-1B2B-4048-8329-08F95C965DD2}" destId="{0211229E-7911-4CA3-AA3C-41CC254124EC}" srcOrd="2" destOrd="0" presId="urn:microsoft.com/office/officeart/2018/2/layout/IconVerticalSolidList"/>
    <dgm:cxn modelId="{F9DB4CE4-0BF5-431D-9487-7EF6EDA27625}" type="presParOf" srcId="{A81A2EDE-1B2B-4048-8329-08F95C965DD2}" destId="{4EEE92DB-0F94-40E9-946B-D724A6EDAE65}" srcOrd="3" destOrd="0" presId="urn:microsoft.com/office/officeart/2018/2/layout/IconVerticalSolidList"/>
    <dgm:cxn modelId="{2C29DD16-55F9-44FD-9BB9-B68A1E20A3D4}" type="presParOf" srcId="{DC3B8031-F67F-49F9-8D1A-264EA0D40D8C}" destId="{D4DD63FE-9165-4C32-9045-21FB17575490}" srcOrd="3" destOrd="0" presId="urn:microsoft.com/office/officeart/2018/2/layout/IconVerticalSolidList"/>
    <dgm:cxn modelId="{EF897806-8CBA-4D93-894F-C97EE6804AD1}" type="presParOf" srcId="{DC3B8031-F67F-49F9-8D1A-264EA0D40D8C}" destId="{FC70C095-49AF-4056-A924-7CED5ED405FC}" srcOrd="4" destOrd="0" presId="urn:microsoft.com/office/officeart/2018/2/layout/IconVerticalSolidList"/>
    <dgm:cxn modelId="{D85BB4FC-5361-49F8-B452-ECBBF36A197E}" type="presParOf" srcId="{FC70C095-49AF-4056-A924-7CED5ED405FC}" destId="{62E5972E-564A-4EB3-B5CD-A55A94D54686}" srcOrd="0" destOrd="0" presId="urn:microsoft.com/office/officeart/2018/2/layout/IconVerticalSolidList"/>
    <dgm:cxn modelId="{4BD8BCC5-BB57-4592-99D4-FC4F33EFFB84}" type="presParOf" srcId="{FC70C095-49AF-4056-A924-7CED5ED405FC}" destId="{8FDE81B8-6F56-4519-BE14-F54AAFBE5DD4}" srcOrd="1" destOrd="0" presId="urn:microsoft.com/office/officeart/2018/2/layout/IconVerticalSolidList"/>
    <dgm:cxn modelId="{30F1BD0F-18C9-40D3-86C2-E5099806122C}" type="presParOf" srcId="{FC70C095-49AF-4056-A924-7CED5ED405FC}" destId="{4FB163BC-1CE7-42B7-BC42-6C1BA2F49A00}" srcOrd="2" destOrd="0" presId="urn:microsoft.com/office/officeart/2018/2/layout/IconVerticalSolidList"/>
    <dgm:cxn modelId="{A7CBCC15-F82F-4479-8EBC-93735D6B8EF0}" type="presParOf" srcId="{FC70C095-49AF-4056-A924-7CED5ED405FC}" destId="{E1216D0B-EEA3-4D71-81A5-5BC3C9481938}" srcOrd="3" destOrd="0" presId="urn:microsoft.com/office/officeart/2018/2/layout/IconVerticalSolidList"/>
    <dgm:cxn modelId="{2D904CC2-0CEE-473F-9470-2D3BC5C83AF9}" type="presParOf" srcId="{DC3B8031-F67F-49F9-8D1A-264EA0D40D8C}" destId="{87C67513-FEAC-41BA-B0C3-08DFBB51D765}" srcOrd="5" destOrd="0" presId="urn:microsoft.com/office/officeart/2018/2/layout/IconVerticalSolidList"/>
    <dgm:cxn modelId="{43988AAB-C45B-4A31-93DC-F412A3381997}" type="presParOf" srcId="{DC3B8031-F67F-49F9-8D1A-264EA0D40D8C}" destId="{E96CAE08-2505-49F2-9BC2-3FE013F39E80}" srcOrd="6" destOrd="0" presId="urn:microsoft.com/office/officeart/2018/2/layout/IconVerticalSolidList"/>
    <dgm:cxn modelId="{3329A839-804C-4AAC-8DAC-D671420FFA85}" type="presParOf" srcId="{E96CAE08-2505-49F2-9BC2-3FE013F39E80}" destId="{311115CF-C5B6-49C2-971A-4D21FF8733DF}" srcOrd="0" destOrd="0" presId="urn:microsoft.com/office/officeart/2018/2/layout/IconVerticalSolidList"/>
    <dgm:cxn modelId="{DBDF0928-7264-4410-B677-688D76D02924}" type="presParOf" srcId="{E96CAE08-2505-49F2-9BC2-3FE013F39E80}" destId="{0830C33B-D2A4-439F-9DF1-8C1FA6832846}" srcOrd="1" destOrd="0" presId="urn:microsoft.com/office/officeart/2018/2/layout/IconVerticalSolidList"/>
    <dgm:cxn modelId="{36D99A87-8E61-4E85-B93D-DF010F9DF55C}" type="presParOf" srcId="{E96CAE08-2505-49F2-9BC2-3FE013F39E80}" destId="{7C042741-3FE3-4E18-9BE6-199DC85F6550}" srcOrd="2" destOrd="0" presId="urn:microsoft.com/office/officeart/2018/2/layout/IconVerticalSolidList"/>
    <dgm:cxn modelId="{F0811B13-F9FB-4A54-82DB-84446238F82E}" type="presParOf" srcId="{E96CAE08-2505-49F2-9BC2-3FE013F39E80}" destId="{EC7656E0-3D97-4D64-8B15-1D01A78BC5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25CF83-C0C5-4746-ADC9-2F99A1C2FB5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12AAE9E-5829-4FA9-82D0-0859BC2DAF59}">
      <dgm:prSet/>
      <dgm:spPr/>
      <dgm:t>
        <a:bodyPr/>
        <a:lstStyle/>
        <a:p>
          <a:r>
            <a:rPr lang="en-US" dirty="0"/>
            <a:t>Testing set and Training set </a:t>
          </a:r>
        </a:p>
      </dgm:t>
    </dgm:pt>
    <dgm:pt modelId="{DB0803BB-8B16-43E4-B2E1-26E5C626C2CD}" type="parTrans" cxnId="{B51138B4-073B-4B40-B47F-EA37080515DD}">
      <dgm:prSet/>
      <dgm:spPr/>
      <dgm:t>
        <a:bodyPr/>
        <a:lstStyle/>
        <a:p>
          <a:endParaRPr lang="en-US"/>
        </a:p>
      </dgm:t>
    </dgm:pt>
    <dgm:pt modelId="{94CCDE06-BAFE-42BD-ACE1-B2524D9B485E}" type="sibTrans" cxnId="{B51138B4-073B-4B40-B47F-EA37080515DD}">
      <dgm:prSet/>
      <dgm:spPr/>
      <dgm:t>
        <a:bodyPr/>
        <a:lstStyle/>
        <a:p>
          <a:endParaRPr lang="en-US"/>
        </a:p>
      </dgm:t>
    </dgm:pt>
    <dgm:pt modelId="{8DFD7DD1-E0AB-48A1-8BB1-700B6FDD8D97}">
      <dgm:prSet/>
      <dgm:spPr/>
      <dgm:t>
        <a:bodyPr/>
        <a:lstStyle/>
        <a:p>
          <a:r>
            <a:rPr lang="en-US"/>
            <a:t>Cross validation </a:t>
          </a:r>
        </a:p>
      </dgm:t>
    </dgm:pt>
    <dgm:pt modelId="{90B25C9E-149E-4C10-B027-2FCA9FB0499E}" type="parTrans" cxnId="{FE4FB99E-C370-4F8D-A2B6-7747C5031020}">
      <dgm:prSet/>
      <dgm:spPr/>
      <dgm:t>
        <a:bodyPr/>
        <a:lstStyle/>
        <a:p>
          <a:endParaRPr lang="en-US"/>
        </a:p>
      </dgm:t>
    </dgm:pt>
    <dgm:pt modelId="{4DC78E9A-2DC9-4067-B635-28EB07711748}" type="sibTrans" cxnId="{FE4FB99E-C370-4F8D-A2B6-7747C5031020}">
      <dgm:prSet/>
      <dgm:spPr/>
      <dgm:t>
        <a:bodyPr/>
        <a:lstStyle/>
        <a:p>
          <a:endParaRPr lang="en-US"/>
        </a:p>
      </dgm:t>
    </dgm:pt>
    <dgm:pt modelId="{8A09CA54-A802-E34A-B40D-8F9B7207CBA6}" type="pres">
      <dgm:prSet presAssocID="{5325CF83-C0C5-4746-ADC9-2F99A1C2FB52}" presName="linear" presStyleCnt="0">
        <dgm:presLayoutVars>
          <dgm:dir/>
          <dgm:animLvl val="lvl"/>
          <dgm:resizeHandles val="exact"/>
        </dgm:presLayoutVars>
      </dgm:prSet>
      <dgm:spPr/>
    </dgm:pt>
    <dgm:pt modelId="{B3E54802-2B14-894C-AAA6-6AD27495727C}" type="pres">
      <dgm:prSet presAssocID="{E12AAE9E-5829-4FA9-82D0-0859BC2DAF59}" presName="parentLin" presStyleCnt="0"/>
      <dgm:spPr/>
    </dgm:pt>
    <dgm:pt modelId="{A429E714-0A4C-A442-BEC6-474B45128E02}" type="pres">
      <dgm:prSet presAssocID="{E12AAE9E-5829-4FA9-82D0-0859BC2DAF59}" presName="parentLeftMargin" presStyleLbl="node1" presStyleIdx="0" presStyleCnt="2"/>
      <dgm:spPr/>
    </dgm:pt>
    <dgm:pt modelId="{4D78882E-6B10-604E-9904-CF96662E15BD}" type="pres">
      <dgm:prSet presAssocID="{E12AAE9E-5829-4FA9-82D0-0859BC2DAF5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F63C27A-5159-B740-9FBD-0DDF89C52F5A}" type="pres">
      <dgm:prSet presAssocID="{E12AAE9E-5829-4FA9-82D0-0859BC2DAF59}" presName="negativeSpace" presStyleCnt="0"/>
      <dgm:spPr/>
    </dgm:pt>
    <dgm:pt modelId="{4AA01CF0-278A-5F40-8317-6EF7294E51F5}" type="pres">
      <dgm:prSet presAssocID="{E12AAE9E-5829-4FA9-82D0-0859BC2DAF59}" presName="childText" presStyleLbl="conFgAcc1" presStyleIdx="0" presStyleCnt="2">
        <dgm:presLayoutVars>
          <dgm:bulletEnabled val="1"/>
        </dgm:presLayoutVars>
      </dgm:prSet>
      <dgm:spPr/>
    </dgm:pt>
    <dgm:pt modelId="{63573BD5-7766-1A43-A05B-24DF68EC9D7A}" type="pres">
      <dgm:prSet presAssocID="{94CCDE06-BAFE-42BD-ACE1-B2524D9B485E}" presName="spaceBetweenRectangles" presStyleCnt="0"/>
      <dgm:spPr/>
    </dgm:pt>
    <dgm:pt modelId="{2F80B96B-8B0F-BC44-9EEE-6B939A3222DD}" type="pres">
      <dgm:prSet presAssocID="{8DFD7DD1-E0AB-48A1-8BB1-700B6FDD8D97}" presName="parentLin" presStyleCnt="0"/>
      <dgm:spPr/>
    </dgm:pt>
    <dgm:pt modelId="{1295C3ED-5F53-974D-B33F-3AEE9AD86957}" type="pres">
      <dgm:prSet presAssocID="{8DFD7DD1-E0AB-48A1-8BB1-700B6FDD8D97}" presName="parentLeftMargin" presStyleLbl="node1" presStyleIdx="0" presStyleCnt="2"/>
      <dgm:spPr/>
    </dgm:pt>
    <dgm:pt modelId="{424FC883-37C3-0246-BC6F-55257D93A6F0}" type="pres">
      <dgm:prSet presAssocID="{8DFD7DD1-E0AB-48A1-8BB1-700B6FDD8D9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9A65962-D3A4-1143-850D-5251983E81F9}" type="pres">
      <dgm:prSet presAssocID="{8DFD7DD1-E0AB-48A1-8BB1-700B6FDD8D97}" presName="negativeSpace" presStyleCnt="0"/>
      <dgm:spPr/>
    </dgm:pt>
    <dgm:pt modelId="{63E24F19-A027-B142-9C5A-5D8A8A6C1804}" type="pres">
      <dgm:prSet presAssocID="{8DFD7DD1-E0AB-48A1-8BB1-700B6FDD8D9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1A4B133-F036-CE49-AB99-A7EC2B09A8CE}" type="presOf" srcId="{8DFD7DD1-E0AB-48A1-8BB1-700B6FDD8D97}" destId="{424FC883-37C3-0246-BC6F-55257D93A6F0}" srcOrd="1" destOrd="0" presId="urn:microsoft.com/office/officeart/2005/8/layout/list1"/>
    <dgm:cxn modelId="{D631724D-9A7D-E245-A456-E2C3831DA119}" type="presOf" srcId="{8DFD7DD1-E0AB-48A1-8BB1-700B6FDD8D97}" destId="{1295C3ED-5F53-974D-B33F-3AEE9AD86957}" srcOrd="0" destOrd="0" presId="urn:microsoft.com/office/officeart/2005/8/layout/list1"/>
    <dgm:cxn modelId="{F812DE7E-2F4C-8F40-B7AA-9395CF43A821}" type="presOf" srcId="{5325CF83-C0C5-4746-ADC9-2F99A1C2FB52}" destId="{8A09CA54-A802-E34A-B40D-8F9B7207CBA6}" srcOrd="0" destOrd="0" presId="urn:microsoft.com/office/officeart/2005/8/layout/list1"/>
    <dgm:cxn modelId="{5B289886-2C41-5749-8D77-C327B762178B}" type="presOf" srcId="{E12AAE9E-5829-4FA9-82D0-0859BC2DAF59}" destId="{4D78882E-6B10-604E-9904-CF96662E15BD}" srcOrd="1" destOrd="0" presId="urn:microsoft.com/office/officeart/2005/8/layout/list1"/>
    <dgm:cxn modelId="{FE4FB99E-C370-4F8D-A2B6-7747C5031020}" srcId="{5325CF83-C0C5-4746-ADC9-2F99A1C2FB52}" destId="{8DFD7DD1-E0AB-48A1-8BB1-700B6FDD8D97}" srcOrd="1" destOrd="0" parTransId="{90B25C9E-149E-4C10-B027-2FCA9FB0499E}" sibTransId="{4DC78E9A-2DC9-4067-B635-28EB07711748}"/>
    <dgm:cxn modelId="{B51138B4-073B-4B40-B47F-EA37080515DD}" srcId="{5325CF83-C0C5-4746-ADC9-2F99A1C2FB52}" destId="{E12AAE9E-5829-4FA9-82D0-0859BC2DAF59}" srcOrd="0" destOrd="0" parTransId="{DB0803BB-8B16-43E4-B2E1-26E5C626C2CD}" sibTransId="{94CCDE06-BAFE-42BD-ACE1-B2524D9B485E}"/>
    <dgm:cxn modelId="{AF57DBD9-9D65-1E44-A9D9-53BCC5B245EF}" type="presOf" srcId="{E12AAE9E-5829-4FA9-82D0-0859BC2DAF59}" destId="{A429E714-0A4C-A442-BEC6-474B45128E02}" srcOrd="0" destOrd="0" presId="urn:microsoft.com/office/officeart/2005/8/layout/list1"/>
    <dgm:cxn modelId="{D5023A35-8F8F-5248-AA68-D285CCD80D46}" type="presParOf" srcId="{8A09CA54-A802-E34A-B40D-8F9B7207CBA6}" destId="{B3E54802-2B14-894C-AAA6-6AD27495727C}" srcOrd="0" destOrd="0" presId="urn:microsoft.com/office/officeart/2005/8/layout/list1"/>
    <dgm:cxn modelId="{18FEFA3F-213E-DC43-B387-2859B3456826}" type="presParOf" srcId="{B3E54802-2B14-894C-AAA6-6AD27495727C}" destId="{A429E714-0A4C-A442-BEC6-474B45128E02}" srcOrd="0" destOrd="0" presId="urn:microsoft.com/office/officeart/2005/8/layout/list1"/>
    <dgm:cxn modelId="{91737E2D-378D-D64D-8FD6-C5C5F83B8411}" type="presParOf" srcId="{B3E54802-2B14-894C-AAA6-6AD27495727C}" destId="{4D78882E-6B10-604E-9904-CF96662E15BD}" srcOrd="1" destOrd="0" presId="urn:microsoft.com/office/officeart/2005/8/layout/list1"/>
    <dgm:cxn modelId="{26FCE2A8-B2F0-F14B-AE9D-8DA5929103A3}" type="presParOf" srcId="{8A09CA54-A802-E34A-B40D-8F9B7207CBA6}" destId="{AF63C27A-5159-B740-9FBD-0DDF89C52F5A}" srcOrd="1" destOrd="0" presId="urn:microsoft.com/office/officeart/2005/8/layout/list1"/>
    <dgm:cxn modelId="{0715405B-5DD3-4145-B353-2EA3031D8C51}" type="presParOf" srcId="{8A09CA54-A802-E34A-B40D-8F9B7207CBA6}" destId="{4AA01CF0-278A-5F40-8317-6EF7294E51F5}" srcOrd="2" destOrd="0" presId="urn:microsoft.com/office/officeart/2005/8/layout/list1"/>
    <dgm:cxn modelId="{4B714A1D-3F24-5547-A962-BBAF676D38C3}" type="presParOf" srcId="{8A09CA54-A802-E34A-B40D-8F9B7207CBA6}" destId="{63573BD5-7766-1A43-A05B-24DF68EC9D7A}" srcOrd="3" destOrd="0" presId="urn:microsoft.com/office/officeart/2005/8/layout/list1"/>
    <dgm:cxn modelId="{3A2AF631-93ED-A643-B0AA-BF97C6E4F789}" type="presParOf" srcId="{8A09CA54-A802-E34A-B40D-8F9B7207CBA6}" destId="{2F80B96B-8B0F-BC44-9EEE-6B939A3222DD}" srcOrd="4" destOrd="0" presId="urn:microsoft.com/office/officeart/2005/8/layout/list1"/>
    <dgm:cxn modelId="{9FB8C624-09AA-8041-9E7A-72A4ECC71C71}" type="presParOf" srcId="{2F80B96B-8B0F-BC44-9EEE-6B939A3222DD}" destId="{1295C3ED-5F53-974D-B33F-3AEE9AD86957}" srcOrd="0" destOrd="0" presId="urn:microsoft.com/office/officeart/2005/8/layout/list1"/>
    <dgm:cxn modelId="{40183877-B148-FF4E-AC56-FE83176EF788}" type="presParOf" srcId="{2F80B96B-8B0F-BC44-9EEE-6B939A3222DD}" destId="{424FC883-37C3-0246-BC6F-55257D93A6F0}" srcOrd="1" destOrd="0" presId="urn:microsoft.com/office/officeart/2005/8/layout/list1"/>
    <dgm:cxn modelId="{895576E2-0B4D-864E-A572-6C52141092A2}" type="presParOf" srcId="{8A09CA54-A802-E34A-B40D-8F9B7207CBA6}" destId="{C9A65962-D3A4-1143-850D-5251983E81F9}" srcOrd="5" destOrd="0" presId="urn:microsoft.com/office/officeart/2005/8/layout/list1"/>
    <dgm:cxn modelId="{D9DDA59B-E5AC-F940-9E64-031FA0C58461}" type="presParOf" srcId="{8A09CA54-A802-E34A-B40D-8F9B7207CBA6}" destId="{63E24F19-A027-B142-9C5A-5D8A8A6C180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A0EF82-EB88-4E39-AA67-4AC3E114AEB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DE08A4-9273-4A52-8156-1692F20181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Eliminating the "Lucky Split" (Reliability)</a:t>
          </a:r>
        </a:p>
      </dgm:t>
    </dgm:pt>
    <dgm:pt modelId="{8B26141B-53AB-40E9-A1F3-EF8691CE488D}" type="parTrans" cxnId="{5119775C-2787-48B0-B34E-9397323258AC}">
      <dgm:prSet/>
      <dgm:spPr/>
      <dgm:t>
        <a:bodyPr/>
        <a:lstStyle/>
        <a:p>
          <a:endParaRPr lang="en-US"/>
        </a:p>
      </dgm:t>
    </dgm:pt>
    <dgm:pt modelId="{F440983A-48EA-4689-B70A-198572F6470B}" type="sibTrans" cxnId="{5119775C-2787-48B0-B34E-9397323258AC}">
      <dgm:prSet/>
      <dgm:spPr/>
      <dgm:t>
        <a:bodyPr/>
        <a:lstStyle/>
        <a:p>
          <a:endParaRPr lang="en-US"/>
        </a:p>
      </dgm:t>
    </dgm:pt>
    <dgm:pt modelId="{AE546085-F81C-4A07-AFD8-771326F604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Maximizing Limited Data</a:t>
          </a:r>
        </a:p>
      </dgm:t>
    </dgm:pt>
    <dgm:pt modelId="{E7390F3D-E070-4B14-BC27-45561DDAB8AA}" type="parTrans" cxnId="{4844C3B8-BB75-4EBF-80AA-C3C373D094DD}">
      <dgm:prSet/>
      <dgm:spPr/>
      <dgm:t>
        <a:bodyPr/>
        <a:lstStyle/>
        <a:p>
          <a:endParaRPr lang="en-US"/>
        </a:p>
      </dgm:t>
    </dgm:pt>
    <dgm:pt modelId="{FC929A02-448B-41CC-9683-13B0D08D2698}" type="sibTrans" cxnId="{4844C3B8-BB75-4EBF-80AA-C3C373D094DD}">
      <dgm:prSet/>
      <dgm:spPr/>
      <dgm:t>
        <a:bodyPr/>
        <a:lstStyle/>
        <a:p>
          <a:endParaRPr lang="en-US"/>
        </a:p>
      </dgm:t>
    </dgm:pt>
    <dgm:pt modelId="{9718E844-2616-4B96-B981-8157CEF067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Smarter Hyperparameter Tuning</a:t>
          </a:r>
        </a:p>
      </dgm:t>
    </dgm:pt>
    <dgm:pt modelId="{BE61291E-C519-4647-954E-33476C3EA5B3}" type="parTrans" cxnId="{55C84B79-D2A2-457B-A506-F710CB526CA9}">
      <dgm:prSet/>
      <dgm:spPr/>
      <dgm:t>
        <a:bodyPr/>
        <a:lstStyle/>
        <a:p>
          <a:endParaRPr lang="en-US"/>
        </a:p>
      </dgm:t>
    </dgm:pt>
    <dgm:pt modelId="{623482CC-890C-4F36-8EDB-AEC53E7D9EBB}" type="sibTrans" cxnId="{55C84B79-D2A2-457B-A506-F710CB526CA9}">
      <dgm:prSet/>
      <dgm:spPr/>
      <dgm:t>
        <a:bodyPr/>
        <a:lstStyle/>
        <a:p>
          <a:endParaRPr lang="en-US"/>
        </a:p>
      </dgm:t>
    </dgm:pt>
    <dgm:pt modelId="{EFED24CA-1044-4597-BC01-65880AC7AF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Detecting Overfitting</a:t>
          </a:r>
        </a:p>
      </dgm:t>
    </dgm:pt>
    <dgm:pt modelId="{84054D29-BA92-479E-9A46-FA7921FB0EA2}" type="parTrans" cxnId="{F52B9871-3715-43B6-A4AE-5B6D934F19A1}">
      <dgm:prSet/>
      <dgm:spPr/>
      <dgm:t>
        <a:bodyPr/>
        <a:lstStyle/>
        <a:p>
          <a:endParaRPr lang="en-US"/>
        </a:p>
      </dgm:t>
    </dgm:pt>
    <dgm:pt modelId="{EC2693DB-C20C-4CB0-8BC0-C081A59820DB}" type="sibTrans" cxnId="{F52B9871-3715-43B6-A4AE-5B6D934F19A1}">
      <dgm:prSet/>
      <dgm:spPr/>
      <dgm:t>
        <a:bodyPr/>
        <a:lstStyle/>
        <a:p>
          <a:endParaRPr lang="en-US"/>
        </a:p>
      </dgm:t>
    </dgm:pt>
    <dgm:pt modelId="{55BEDF82-32DC-4866-A096-10E633046367}" type="pres">
      <dgm:prSet presAssocID="{FDA0EF82-EB88-4E39-AA67-4AC3E114AEBB}" presName="root" presStyleCnt="0">
        <dgm:presLayoutVars>
          <dgm:dir/>
          <dgm:resizeHandles val="exact"/>
        </dgm:presLayoutVars>
      </dgm:prSet>
      <dgm:spPr/>
    </dgm:pt>
    <dgm:pt modelId="{C7D5B695-80A8-4BA0-921D-89D7C1F4888D}" type="pres">
      <dgm:prSet presAssocID="{5DDE08A4-9273-4A52-8156-1692F201815A}" presName="compNode" presStyleCnt="0"/>
      <dgm:spPr/>
    </dgm:pt>
    <dgm:pt modelId="{2522D505-A831-4D7A-8CCF-B22D73EFEFDA}" type="pres">
      <dgm:prSet presAssocID="{5DDE08A4-9273-4A52-8156-1692F201815A}" presName="bgRect" presStyleLbl="bgShp" presStyleIdx="0" presStyleCnt="4"/>
      <dgm:spPr/>
    </dgm:pt>
    <dgm:pt modelId="{A99A93AD-C6EC-43AD-9F17-6DEFB6A784F2}" type="pres">
      <dgm:prSet presAssocID="{5DDE08A4-9273-4A52-8156-1692F201815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AB914D9-3A7D-4808-AE9E-0EC73CB29A05}" type="pres">
      <dgm:prSet presAssocID="{5DDE08A4-9273-4A52-8156-1692F201815A}" presName="spaceRect" presStyleCnt="0"/>
      <dgm:spPr/>
    </dgm:pt>
    <dgm:pt modelId="{7622C1AF-97DD-433A-AA2E-2974C12326E4}" type="pres">
      <dgm:prSet presAssocID="{5DDE08A4-9273-4A52-8156-1692F201815A}" presName="parTx" presStyleLbl="revTx" presStyleIdx="0" presStyleCnt="4">
        <dgm:presLayoutVars>
          <dgm:chMax val="0"/>
          <dgm:chPref val="0"/>
        </dgm:presLayoutVars>
      </dgm:prSet>
      <dgm:spPr/>
    </dgm:pt>
    <dgm:pt modelId="{116CC66E-89E1-4A07-AA94-F98A8B6FAFEA}" type="pres">
      <dgm:prSet presAssocID="{F440983A-48EA-4689-B70A-198572F6470B}" presName="sibTrans" presStyleCnt="0"/>
      <dgm:spPr/>
    </dgm:pt>
    <dgm:pt modelId="{F42E90AF-D4C3-4A88-AEA3-E315DADF0988}" type="pres">
      <dgm:prSet presAssocID="{AE546085-F81C-4A07-AFD8-771326F604A7}" presName="compNode" presStyleCnt="0"/>
      <dgm:spPr/>
    </dgm:pt>
    <dgm:pt modelId="{FDD54922-BB03-4C87-B9CD-8D664D19E91F}" type="pres">
      <dgm:prSet presAssocID="{AE546085-F81C-4A07-AFD8-771326F604A7}" presName="bgRect" presStyleLbl="bgShp" presStyleIdx="1" presStyleCnt="4"/>
      <dgm:spPr/>
    </dgm:pt>
    <dgm:pt modelId="{4021A864-FACC-447A-BE83-59C630453A36}" type="pres">
      <dgm:prSet presAssocID="{AE546085-F81C-4A07-AFD8-771326F604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6A74277-154D-4202-B87C-2062F19C7A28}" type="pres">
      <dgm:prSet presAssocID="{AE546085-F81C-4A07-AFD8-771326F604A7}" presName="spaceRect" presStyleCnt="0"/>
      <dgm:spPr/>
    </dgm:pt>
    <dgm:pt modelId="{40705EB5-6220-4E87-8A59-09D9EB55D2B6}" type="pres">
      <dgm:prSet presAssocID="{AE546085-F81C-4A07-AFD8-771326F604A7}" presName="parTx" presStyleLbl="revTx" presStyleIdx="1" presStyleCnt="4">
        <dgm:presLayoutVars>
          <dgm:chMax val="0"/>
          <dgm:chPref val="0"/>
        </dgm:presLayoutVars>
      </dgm:prSet>
      <dgm:spPr/>
    </dgm:pt>
    <dgm:pt modelId="{1B5A5C61-031A-4107-AE71-79D7BD71C40F}" type="pres">
      <dgm:prSet presAssocID="{FC929A02-448B-41CC-9683-13B0D08D2698}" presName="sibTrans" presStyleCnt="0"/>
      <dgm:spPr/>
    </dgm:pt>
    <dgm:pt modelId="{50D7691D-180C-46C7-B4C1-9A4DB61F38F8}" type="pres">
      <dgm:prSet presAssocID="{9718E844-2616-4B96-B981-8157CEF067DB}" presName="compNode" presStyleCnt="0"/>
      <dgm:spPr/>
    </dgm:pt>
    <dgm:pt modelId="{D4CB7C9A-647B-438D-B4AA-635A23F7F066}" type="pres">
      <dgm:prSet presAssocID="{9718E844-2616-4B96-B981-8157CEF067DB}" presName="bgRect" presStyleLbl="bgShp" presStyleIdx="2" presStyleCnt="4"/>
      <dgm:spPr/>
    </dgm:pt>
    <dgm:pt modelId="{36770C55-58F2-41ED-A1CD-2E1443E85C8F}" type="pres">
      <dgm:prSet presAssocID="{9718E844-2616-4B96-B981-8157CEF067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70BD174-77EE-4B27-B389-EA9E1BBCCE68}" type="pres">
      <dgm:prSet presAssocID="{9718E844-2616-4B96-B981-8157CEF067DB}" presName="spaceRect" presStyleCnt="0"/>
      <dgm:spPr/>
    </dgm:pt>
    <dgm:pt modelId="{1483DEBD-A147-44EA-9E21-9ED3CD540E4F}" type="pres">
      <dgm:prSet presAssocID="{9718E844-2616-4B96-B981-8157CEF067DB}" presName="parTx" presStyleLbl="revTx" presStyleIdx="2" presStyleCnt="4">
        <dgm:presLayoutVars>
          <dgm:chMax val="0"/>
          <dgm:chPref val="0"/>
        </dgm:presLayoutVars>
      </dgm:prSet>
      <dgm:spPr/>
    </dgm:pt>
    <dgm:pt modelId="{23D31D62-3A1F-4645-876B-18967EEB8D9B}" type="pres">
      <dgm:prSet presAssocID="{623482CC-890C-4F36-8EDB-AEC53E7D9EBB}" presName="sibTrans" presStyleCnt="0"/>
      <dgm:spPr/>
    </dgm:pt>
    <dgm:pt modelId="{1153616F-761E-4009-A954-C945A9613911}" type="pres">
      <dgm:prSet presAssocID="{EFED24CA-1044-4597-BC01-65880AC7AFB4}" presName="compNode" presStyleCnt="0"/>
      <dgm:spPr/>
    </dgm:pt>
    <dgm:pt modelId="{3992A9E7-50BF-43A2-BC79-3C2F171C7D81}" type="pres">
      <dgm:prSet presAssocID="{EFED24CA-1044-4597-BC01-65880AC7AFB4}" presName="bgRect" presStyleLbl="bgShp" presStyleIdx="3" presStyleCnt="4"/>
      <dgm:spPr/>
    </dgm:pt>
    <dgm:pt modelId="{29EA68C1-E348-4CFB-ACB2-9E830217F49E}" type="pres">
      <dgm:prSet presAssocID="{EFED24CA-1044-4597-BC01-65880AC7AFB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097326D9-79E8-426C-A8F4-C1DAB52DB540}" type="pres">
      <dgm:prSet presAssocID="{EFED24CA-1044-4597-BC01-65880AC7AFB4}" presName="spaceRect" presStyleCnt="0"/>
      <dgm:spPr/>
    </dgm:pt>
    <dgm:pt modelId="{7C285860-451F-4135-BBA1-856F10BAE021}" type="pres">
      <dgm:prSet presAssocID="{EFED24CA-1044-4597-BC01-65880AC7AFB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4D6A12-791D-4B73-BAB7-7F75C2E56D7D}" type="presOf" srcId="{EFED24CA-1044-4597-BC01-65880AC7AFB4}" destId="{7C285860-451F-4135-BBA1-856F10BAE021}" srcOrd="0" destOrd="0" presId="urn:microsoft.com/office/officeart/2018/2/layout/IconVerticalSolidList"/>
    <dgm:cxn modelId="{972A701B-C0A7-43BF-B533-BC881B14FE94}" type="presOf" srcId="{FDA0EF82-EB88-4E39-AA67-4AC3E114AEBB}" destId="{55BEDF82-32DC-4866-A096-10E633046367}" srcOrd="0" destOrd="0" presId="urn:microsoft.com/office/officeart/2018/2/layout/IconVerticalSolidList"/>
    <dgm:cxn modelId="{8AA4931F-2FCA-4DDF-A40F-C29EEF9EF6D5}" type="presOf" srcId="{AE546085-F81C-4A07-AFD8-771326F604A7}" destId="{40705EB5-6220-4E87-8A59-09D9EB55D2B6}" srcOrd="0" destOrd="0" presId="urn:microsoft.com/office/officeart/2018/2/layout/IconVerticalSolidList"/>
    <dgm:cxn modelId="{7F2C0747-6A1E-4308-8895-B3BE0F7F79C9}" type="presOf" srcId="{9718E844-2616-4B96-B981-8157CEF067DB}" destId="{1483DEBD-A147-44EA-9E21-9ED3CD540E4F}" srcOrd="0" destOrd="0" presId="urn:microsoft.com/office/officeart/2018/2/layout/IconVerticalSolidList"/>
    <dgm:cxn modelId="{5119775C-2787-48B0-B34E-9397323258AC}" srcId="{FDA0EF82-EB88-4E39-AA67-4AC3E114AEBB}" destId="{5DDE08A4-9273-4A52-8156-1692F201815A}" srcOrd="0" destOrd="0" parTransId="{8B26141B-53AB-40E9-A1F3-EF8691CE488D}" sibTransId="{F440983A-48EA-4689-B70A-198572F6470B}"/>
    <dgm:cxn modelId="{F52B9871-3715-43B6-A4AE-5B6D934F19A1}" srcId="{FDA0EF82-EB88-4E39-AA67-4AC3E114AEBB}" destId="{EFED24CA-1044-4597-BC01-65880AC7AFB4}" srcOrd="3" destOrd="0" parTransId="{84054D29-BA92-479E-9A46-FA7921FB0EA2}" sibTransId="{EC2693DB-C20C-4CB0-8BC0-C081A59820DB}"/>
    <dgm:cxn modelId="{55C84B79-D2A2-457B-A506-F710CB526CA9}" srcId="{FDA0EF82-EB88-4E39-AA67-4AC3E114AEBB}" destId="{9718E844-2616-4B96-B981-8157CEF067DB}" srcOrd="2" destOrd="0" parTransId="{BE61291E-C519-4647-954E-33476C3EA5B3}" sibTransId="{623482CC-890C-4F36-8EDB-AEC53E7D9EBB}"/>
    <dgm:cxn modelId="{4844C3B8-BB75-4EBF-80AA-C3C373D094DD}" srcId="{FDA0EF82-EB88-4E39-AA67-4AC3E114AEBB}" destId="{AE546085-F81C-4A07-AFD8-771326F604A7}" srcOrd="1" destOrd="0" parTransId="{E7390F3D-E070-4B14-BC27-45561DDAB8AA}" sibTransId="{FC929A02-448B-41CC-9683-13B0D08D2698}"/>
    <dgm:cxn modelId="{954D86EA-6F8C-4DAC-94AE-E803079BD102}" type="presOf" srcId="{5DDE08A4-9273-4A52-8156-1692F201815A}" destId="{7622C1AF-97DD-433A-AA2E-2974C12326E4}" srcOrd="0" destOrd="0" presId="urn:microsoft.com/office/officeart/2018/2/layout/IconVerticalSolidList"/>
    <dgm:cxn modelId="{9053A16A-BC97-4FD8-9AB8-A222EE2E2C43}" type="presParOf" srcId="{55BEDF82-32DC-4866-A096-10E633046367}" destId="{C7D5B695-80A8-4BA0-921D-89D7C1F4888D}" srcOrd="0" destOrd="0" presId="urn:microsoft.com/office/officeart/2018/2/layout/IconVerticalSolidList"/>
    <dgm:cxn modelId="{4B065A7C-087C-4D22-BB05-AD259F3AC0A9}" type="presParOf" srcId="{C7D5B695-80A8-4BA0-921D-89D7C1F4888D}" destId="{2522D505-A831-4D7A-8CCF-B22D73EFEFDA}" srcOrd="0" destOrd="0" presId="urn:microsoft.com/office/officeart/2018/2/layout/IconVerticalSolidList"/>
    <dgm:cxn modelId="{01D28C7A-FA64-4484-A18A-29AD3B292F5E}" type="presParOf" srcId="{C7D5B695-80A8-4BA0-921D-89D7C1F4888D}" destId="{A99A93AD-C6EC-43AD-9F17-6DEFB6A784F2}" srcOrd="1" destOrd="0" presId="urn:microsoft.com/office/officeart/2018/2/layout/IconVerticalSolidList"/>
    <dgm:cxn modelId="{D5D4439D-1C1C-43D5-AC13-77FDBC0690C8}" type="presParOf" srcId="{C7D5B695-80A8-4BA0-921D-89D7C1F4888D}" destId="{1AB914D9-3A7D-4808-AE9E-0EC73CB29A05}" srcOrd="2" destOrd="0" presId="urn:microsoft.com/office/officeart/2018/2/layout/IconVerticalSolidList"/>
    <dgm:cxn modelId="{392AC84B-7FCE-4668-BC19-409AF9C8C2CE}" type="presParOf" srcId="{C7D5B695-80A8-4BA0-921D-89D7C1F4888D}" destId="{7622C1AF-97DD-433A-AA2E-2974C12326E4}" srcOrd="3" destOrd="0" presId="urn:microsoft.com/office/officeart/2018/2/layout/IconVerticalSolidList"/>
    <dgm:cxn modelId="{9355691E-3AC9-40F9-AAC1-06ABB78BAE58}" type="presParOf" srcId="{55BEDF82-32DC-4866-A096-10E633046367}" destId="{116CC66E-89E1-4A07-AA94-F98A8B6FAFEA}" srcOrd="1" destOrd="0" presId="urn:microsoft.com/office/officeart/2018/2/layout/IconVerticalSolidList"/>
    <dgm:cxn modelId="{A7D599A6-EEA6-4277-BEE2-4363FB89760B}" type="presParOf" srcId="{55BEDF82-32DC-4866-A096-10E633046367}" destId="{F42E90AF-D4C3-4A88-AEA3-E315DADF0988}" srcOrd="2" destOrd="0" presId="urn:microsoft.com/office/officeart/2018/2/layout/IconVerticalSolidList"/>
    <dgm:cxn modelId="{3849570F-63AC-4721-B6CB-493DBC64E37C}" type="presParOf" srcId="{F42E90AF-D4C3-4A88-AEA3-E315DADF0988}" destId="{FDD54922-BB03-4C87-B9CD-8D664D19E91F}" srcOrd="0" destOrd="0" presId="urn:microsoft.com/office/officeart/2018/2/layout/IconVerticalSolidList"/>
    <dgm:cxn modelId="{CE4E5C3C-14C7-4CCF-B306-19E46CD8E42A}" type="presParOf" srcId="{F42E90AF-D4C3-4A88-AEA3-E315DADF0988}" destId="{4021A864-FACC-447A-BE83-59C630453A36}" srcOrd="1" destOrd="0" presId="urn:microsoft.com/office/officeart/2018/2/layout/IconVerticalSolidList"/>
    <dgm:cxn modelId="{18B723A2-6386-4EDC-ADC0-3237CE2A3573}" type="presParOf" srcId="{F42E90AF-D4C3-4A88-AEA3-E315DADF0988}" destId="{16A74277-154D-4202-B87C-2062F19C7A28}" srcOrd="2" destOrd="0" presId="urn:microsoft.com/office/officeart/2018/2/layout/IconVerticalSolidList"/>
    <dgm:cxn modelId="{01DFC961-1F0C-4E6F-9531-9D06938F6449}" type="presParOf" srcId="{F42E90AF-D4C3-4A88-AEA3-E315DADF0988}" destId="{40705EB5-6220-4E87-8A59-09D9EB55D2B6}" srcOrd="3" destOrd="0" presId="urn:microsoft.com/office/officeart/2018/2/layout/IconVerticalSolidList"/>
    <dgm:cxn modelId="{BEDABCD2-0D63-4570-A996-5B0F4576DEFD}" type="presParOf" srcId="{55BEDF82-32DC-4866-A096-10E633046367}" destId="{1B5A5C61-031A-4107-AE71-79D7BD71C40F}" srcOrd="3" destOrd="0" presId="urn:microsoft.com/office/officeart/2018/2/layout/IconVerticalSolidList"/>
    <dgm:cxn modelId="{7359D847-FE9C-4AD6-8AFF-CC6E30A6170B}" type="presParOf" srcId="{55BEDF82-32DC-4866-A096-10E633046367}" destId="{50D7691D-180C-46C7-B4C1-9A4DB61F38F8}" srcOrd="4" destOrd="0" presId="urn:microsoft.com/office/officeart/2018/2/layout/IconVerticalSolidList"/>
    <dgm:cxn modelId="{1B086510-CF00-4EC2-9B0D-CF75F2E28297}" type="presParOf" srcId="{50D7691D-180C-46C7-B4C1-9A4DB61F38F8}" destId="{D4CB7C9A-647B-438D-B4AA-635A23F7F066}" srcOrd="0" destOrd="0" presId="urn:microsoft.com/office/officeart/2018/2/layout/IconVerticalSolidList"/>
    <dgm:cxn modelId="{E3257D95-0AB5-457C-8A20-083AA1DBE0E0}" type="presParOf" srcId="{50D7691D-180C-46C7-B4C1-9A4DB61F38F8}" destId="{36770C55-58F2-41ED-A1CD-2E1443E85C8F}" srcOrd="1" destOrd="0" presId="urn:microsoft.com/office/officeart/2018/2/layout/IconVerticalSolidList"/>
    <dgm:cxn modelId="{98B58C66-B264-4873-9A2A-8131A7ADE0AE}" type="presParOf" srcId="{50D7691D-180C-46C7-B4C1-9A4DB61F38F8}" destId="{870BD174-77EE-4B27-B389-EA9E1BBCCE68}" srcOrd="2" destOrd="0" presId="urn:microsoft.com/office/officeart/2018/2/layout/IconVerticalSolidList"/>
    <dgm:cxn modelId="{9B88FF77-56D6-4628-810F-0B7BB53BB679}" type="presParOf" srcId="{50D7691D-180C-46C7-B4C1-9A4DB61F38F8}" destId="{1483DEBD-A147-44EA-9E21-9ED3CD540E4F}" srcOrd="3" destOrd="0" presId="urn:microsoft.com/office/officeart/2018/2/layout/IconVerticalSolidList"/>
    <dgm:cxn modelId="{5F622CE2-3631-4204-9A20-E76257986E89}" type="presParOf" srcId="{55BEDF82-32DC-4866-A096-10E633046367}" destId="{23D31D62-3A1F-4645-876B-18967EEB8D9B}" srcOrd="5" destOrd="0" presId="urn:microsoft.com/office/officeart/2018/2/layout/IconVerticalSolidList"/>
    <dgm:cxn modelId="{613247D5-A771-4685-9821-53E030CCDBB6}" type="presParOf" srcId="{55BEDF82-32DC-4866-A096-10E633046367}" destId="{1153616F-761E-4009-A954-C945A9613911}" srcOrd="6" destOrd="0" presId="urn:microsoft.com/office/officeart/2018/2/layout/IconVerticalSolidList"/>
    <dgm:cxn modelId="{B2C20E05-56E9-4654-8E85-9A37BD585AB0}" type="presParOf" srcId="{1153616F-761E-4009-A954-C945A9613911}" destId="{3992A9E7-50BF-43A2-BC79-3C2F171C7D81}" srcOrd="0" destOrd="0" presId="urn:microsoft.com/office/officeart/2018/2/layout/IconVerticalSolidList"/>
    <dgm:cxn modelId="{8B8531EB-E674-4162-B988-559687EBAEAE}" type="presParOf" srcId="{1153616F-761E-4009-A954-C945A9613911}" destId="{29EA68C1-E348-4CFB-ACB2-9E830217F49E}" srcOrd="1" destOrd="0" presId="urn:microsoft.com/office/officeart/2018/2/layout/IconVerticalSolidList"/>
    <dgm:cxn modelId="{4F292C66-1106-4383-B551-B885EC200F23}" type="presParOf" srcId="{1153616F-761E-4009-A954-C945A9613911}" destId="{097326D9-79E8-426C-A8F4-C1DAB52DB540}" srcOrd="2" destOrd="0" presId="urn:microsoft.com/office/officeart/2018/2/layout/IconVerticalSolidList"/>
    <dgm:cxn modelId="{B896A163-434F-4A1C-A58C-9308EBBBD024}" type="presParOf" srcId="{1153616F-761E-4009-A954-C945A9613911}" destId="{7C285860-451F-4135-BBA1-856F10BAE0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2E2E15-9C7E-4442-B3E2-40A7AB30AFB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06C633-3AD2-4631-9153-F24F38839DD8}">
      <dgm:prSet/>
      <dgm:spPr/>
      <dgm:t>
        <a:bodyPr/>
        <a:lstStyle/>
        <a:p>
          <a:r>
            <a:rPr lang="en-US"/>
            <a:t>How to choose which model works best with out data? </a:t>
          </a:r>
        </a:p>
      </dgm:t>
    </dgm:pt>
    <dgm:pt modelId="{37C9D961-DF03-41E3-B02A-5C08B514E8E0}" type="parTrans" cxnId="{7AC3BC51-B446-419A-9149-709F207C470B}">
      <dgm:prSet/>
      <dgm:spPr/>
      <dgm:t>
        <a:bodyPr/>
        <a:lstStyle/>
        <a:p>
          <a:endParaRPr lang="en-US"/>
        </a:p>
      </dgm:t>
    </dgm:pt>
    <dgm:pt modelId="{D845175C-9D57-4864-B9FD-26D72F1D7374}" type="sibTrans" cxnId="{7AC3BC51-B446-419A-9149-709F207C470B}">
      <dgm:prSet/>
      <dgm:spPr/>
      <dgm:t>
        <a:bodyPr/>
        <a:lstStyle/>
        <a:p>
          <a:endParaRPr lang="en-US"/>
        </a:p>
      </dgm:t>
    </dgm:pt>
    <dgm:pt modelId="{C8B95FE5-3906-431F-8782-129031FF017A}">
      <dgm:prSet/>
      <dgm:spPr/>
      <dgm:t>
        <a:bodyPr/>
        <a:lstStyle/>
        <a:p>
          <a:r>
            <a:rPr lang="en-US"/>
            <a:t>In other words, which model predicts the outcome best? </a:t>
          </a:r>
        </a:p>
      </dgm:t>
    </dgm:pt>
    <dgm:pt modelId="{F321F62A-F484-48F6-87F1-340C576AF140}" type="parTrans" cxnId="{F2AE3A97-4DF4-4B3E-BD19-0845FB23DA95}">
      <dgm:prSet/>
      <dgm:spPr/>
      <dgm:t>
        <a:bodyPr/>
        <a:lstStyle/>
        <a:p>
          <a:endParaRPr lang="en-US"/>
        </a:p>
      </dgm:t>
    </dgm:pt>
    <dgm:pt modelId="{493C3D19-8481-4963-ABEB-2FC3D6B6C83C}" type="sibTrans" cxnId="{F2AE3A97-4DF4-4B3E-BD19-0845FB23DA95}">
      <dgm:prSet/>
      <dgm:spPr/>
      <dgm:t>
        <a:bodyPr/>
        <a:lstStyle/>
        <a:p>
          <a:endParaRPr lang="en-US"/>
        </a:p>
      </dgm:t>
    </dgm:pt>
    <dgm:pt modelId="{B15184C0-252B-4B71-8570-114CDC83213A}">
      <dgm:prSet/>
      <dgm:spPr/>
      <dgm:t>
        <a:bodyPr/>
        <a:lstStyle/>
        <a:p>
          <a:r>
            <a:rPr lang="en-US"/>
            <a:t>The work-flow: </a:t>
          </a:r>
        </a:p>
      </dgm:t>
    </dgm:pt>
    <dgm:pt modelId="{EE781847-838D-459F-9E98-7A51BE6ABD3F}" type="parTrans" cxnId="{437CE074-ACD3-484D-916D-926C94BB6BA8}">
      <dgm:prSet/>
      <dgm:spPr/>
      <dgm:t>
        <a:bodyPr/>
        <a:lstStyle/>
        <a:p>
          <a:endParaRPr lang="en-US"/>
        </a:p>
      </dgm:t>
    </dgm:pt>
    <dgm:pt modelId="{F0D9A23F-8F32-49C3-B16A-BA449DFFAE92}" type="sibTrans" cxnId="{437CE074-ACD3-484D-916D-926C94BB6BA8}">
      <dgm:prSet/>
      <dgm:spPr/>
      <dgm:t>
        <a:bodyPr/>
        <a:lstStyle/>
        <a:p>
          <a:endParaRPr lang="en-US"/>
        </a:p>
      </dgm:t>
    </dgm:pt>
    <dgm:pt modelId="{8A6D852E-9F4C-490B-8175-FB8B8EC627C4}">
      <dgm:prSet/>
      <dgm:spPr/>
      <dgm:t>
        <a:bodyPr/>
        <a:lstStyle/>
        <a:p>
          <a:r>
            <a:rPr lang="en-US"/>
            <a:t>Test-Train split </a:t>
          </a:r>
        </a:p>
      </dgm:t>
    </dgm:pt>
    <dgm:pt modelId="{6424563A-F997-4CBB-8EBD-CC048EC1184B}" type="parTrans" cxnId="{58F84337-706B-4CDE-A151-394D0ADE00CB}">
      <dgm:prSet/>
      <dgm:spPr/>
      <dgm:t>
        <a:bodyPr/>
        <a:lstStyle/>
        <a:p>
          <a:endParaRPr lang="en-US"/>
        </a:p>
      </dgm:t>
    </dgm:pt>
    <dgm:pt modelId="{251E149E-7D36-445C-824E-89B4758CDDC4}" type="sibTrans" cxnId="{58F84337-706B-4CDE-A151-394D0ADE00CB}">
      <dgm:prSet/>
      <dgm:spPr/>
      <dgm:t>
        <a:bodyPr/>
        <a:lstStyle/>
        <a:p>
          <a:endParaRPr lang="en-US"/>
        </a:p>
      </dgm:t>
    </dgm:pt>
    <dgm:pt modelId="{4767E589-3DED-4422-A662-93B5DA603EB9}">
      <dgm:prSet/>
      <dgm:spPr/>
      <dgm:t>
        <a:bodyPr/>
        <a:lstStyle/>
        <a:p>
          <a:r>
            <a:rPr lang="en-US"/>
            <a:t>Use Cross-Validation</a:t>
          </a:r>
        </a:p>
      </dgm:t>
    </dgm:pt>
    <dgm:pt modelId="{D92D61A9-C7C6-47A1-810C-F6348A7260C4}" type="parTrans" cxnId="{F28CE739-901B-4A2F-8953-D97B1681A1E6}">
      <dgm:prSet/>
      <dgm:spPr/>
      <dgm:t>
        <a:bodyPr/>
        <a:lstStyle/>
        <a:p>
          <a:endParaRPr lang="en-US"/>
        </a:p>
      </dgm:t>
    </dgm:pt>
    <dgm:pt modelId="{ECECE04B-195C-419E-9EF9-1A70B72DF79D}" type="sibTrans" cxnId="{F28CE739-901B-4A2F-8953-D97B1681A1E6}">
      <dgm:prSet/>
      <dgm:spPr/>
      <dgm:t>
        <a:bodyPr/>
        <a:lstStyle/>
        <a:p>
          <a:endParaRPr lang="en-US"/>
        </a:p>
      </dgm:t>
    </dgm:pt>
    <dgm:pt modelId="{C3E081A8-203B-4684-AD9F-1002F14BC571}">
      <dgm:prSet/>
      <dgm:spPr/>
      <dgm:t>
        <a:bodyPr/>
        <a:lstStyle/>
        <a:p>
          <a:r>
            <a:rPr lang="en-US" dirty="0"/>
            <a:t>Train all the methods with the training data </a:t>
          </a:r>
        </a:p>
      </dgm:t>
    </dgm:pt>
    <dgm:pt modelId="{58D7BD84-1EE4-4392-A494-704F49486A4A}" type="parTrans" cxnId="{3254BF45-FA8C-4D46-BB51-C7E2FA84646E}">
      <dgm:prSet/>
      <dgm:spPr/>
      <dgm:t>
        <a:bodyPr/>
        <a:lstStyle/>
        <a:p>
          <a:endParaRPr lang="en-US"/>
        </a:p>
      </dgm:t>
    </dgm:pt>
    <dgm:pt modelId="{4F410C33-4718-4851-84EF-F441B696C574}" type="sibTrans" cxnId="{3254BF45-FA8C-4D46-BB51-C7E2FA84646E}">
      <dgm:prSet/>
      <dgm:spPr/>
      <dgm:t>
        <a:bodyPr/>
        <a:lstStyle/>
        <a:p>
          <a:endParaRPr lang="en-US"/>
        </a:p>
      </dgm:t>
    </dgm:pt>
    <dgm:pt modelId="{F90C2560-1F11-418F-8FF7-E522FD864FD4}">
      <dgm:prSet/>
      <dgm:spPr/>
      <dgm:t>
        <a:bodyPr/>
        <a:lstStyle/>
        <a:p>
          <a:r>
            <a:rPr lang="en-US"/>
            <a:t>Test each method on the testing set</a:t>
          </a:r>
        </a:p>
      </dgm:t>
    </dgm:pt>
    <dgm:pt modelId="{4D2F7C57-6DDE-429C-9842-6563F52E8192}" type="parTrans" cxnId="{D74EFE20-E92D-4C78-A775-30F6A23015EA}">
      <dgm:prSet/>
      <dgm:spPr/>
      <dgm:t>
        <a:bodyPr/>
        <a:lstStyle/>
        <a:p>
          <a:endParaRPr lang="en-US"/>
        </a:p>
      </dgm:t>
    </dgm:pt>
    <dgm:pt modelId="{60A3D4B7-78CA-4300-9C38-3E23D5318271}" type="sibTrans" cxnId="{D74EFE20-E92D-4C78-A775-30F6A23015EA}">
      <dgm:prSet/>
      <dgm:spPr/>
      <dgm:t>
        <a:bodyPr/>
        <a:lstStyle/>
        <a:p>
          <a:endParaRPr lang="en-US"/>
        </a:p>
      </dgm:t>
    </dgm:pt>
    <dgm:pt modelId="{8D8E4EF7-EC0E-4558-BEC1-B7E95A753723}">
      <dgm:prSet/>
      <dgm:spPr/>
      <dgm:t>
        <a:bodyPr/>
        <a:lstStyle/>
        <a:p>
          <a:r>
            <a:rPr lang="en-US"/>
            <a:t>Summarize how each method performed on testing data </a:t>
          </a:r>
        </a:p>
      </dgm:t>
    </dgm:pt>
    <dgm:pt modelId="{E0587114-C6EF-4DB3-9CE6-4A212D0147C3}" type="parTrans" cxnId="{A8590CE0-624D-4D27-A817-D17F39DEA8DD}">
      <dgm:prSet/>
      <dgm:spPr/>
      <dgm:t>
        <a:bodyPr/>
        <a:lstStyle/>
        <a:p>
          <a:endParaRPr lang="en-US"/>
        </a:p>
      </dgm:t>
    </dgm:pt>
    <dgm:pt modelId="{B0FC2FB2-EEBD-42BE-B0D9-071B4DB4444D}" type="sibTrans" cxnId="{A8590CE0-624D-4D27-A817-D17F39DEA8DD}">
      <dgm:prSet/>
      <dgm:spPr/>
      <dgm:t>
        <a:bodyPr/>
        <a:lstStyle/>
        <a:p>
          <a:endParaRPr lang="en-US"/>
        </a:p>
      </dgm:t>
    </dgm:pt>
    <dgm:pt modelId="{8D13C8DC-4D4D-8B44-829A-141AC84C3CB2}" type="pres">
      <dgm:prSet presAssocID="{4B2E2E15-9C7E-4442-B3E2-40A7AB30AFBA}" presName="linear" presStyleCnt="0">
        <dgm:presLayoutVars>
          <dgm:animLvl val="lvl"/>
          <dgm:resizeHandles val="exact"/>
        </dgm:presLayoutVars>
      </dgm:prSet>
      <dgm:spPr/>
    </dgm:pt>
    <dgm:pt modelId="{4604A5A9-2C8D-744D-A065-F363395B2F74}" type="pres">
      <dgm:prSet presAssocID="{1106C633-3AD2-4631-9153-F24F38839DD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DC33B3-667D-0043-BECD-DA21FDD9E632}" type="pres">
      <dgm:prSet presAssocID="{D845175C-9D57-4864-B9FD-26D72F1D7374}" presName="spacer" presStyleCnt="0"/>
      <dgm:spPr/>
    </dgm:pt>
    <dgm:pt modelId="{B9220E56-D179-1343-8482-2B2966AC81D0}" type="pres">
      <dgm:prSet presAssocID="{C8B95FE5-3906-431F-8782-129031FF01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6A28EA-69F2-4F4C-8611-78A653A5F78F}" type="pres">
      <dgm:prSet presAssocID="{493C3D19-8481-4963-ABEB-2FC3D6B6C83C}" presName="spacer" presStyleCnt="0"/>
      <dgm:spPr/>
    </dgm:pt>
    <dgm:pt modelId="{4FFD1EA4-05C4-2249-9998-B903EDF106F1}" type="pres">
      <dgm:prSet presAssocID="{B15184C0-252B-4B71-8570-114CDC83213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CB1184-D425-C04F-B1BB-417C6317416D}" type="pres">
      <dgm:prSet presAssocID="{B15184C0-252B-4B71-8570-114CDC83213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4CF3101-4724-F94D-8CE3-3E4F739B4EF1}" type="presOf" srcId="{B15184C0-252B-4B71-8570-114CDC83213A}" destId="{4FFD1EA4-05C4-2249-9998-B903EDF106F1}" srcOrd="0" destOrd="0" presId="urn:microsoft.com/office/officeart/2005/8/layout/vList2"/>
    <dgm:cxn modelId="{EC761305-B378-D044-94E6-1D14C532682F}" type="presOf" srcId="{8D8E4EF7-EC0E-4558-BEC1-B7E95A753723}" destId="{8DCB1184-D425-C04F-B1BB-417C6317416D}" srcOrd="0" destOrd="4" presId="urn:microsoft.com/office/officeart/2005/8/layout/vList2"/>
    <dgm:cxn modelId="{D74EFE20-E92D-4C78-A775-30F6A23015EA}" srcId="{B15184C0-252B-4B71-8570-114CDC83213A}" destId="{F90C2560-1F11-418F-8FF7-E522FD864FD4}" srcOrd="3" destOrd="0" parTransId="{4D2F7C57-6DDE-429C-9842-6563F52E8192}" sibTransId="{60A3D4B7-78CA-4300-9C38-3E23D5318271}"/>
    <dgm:cxn modelId="{06ED4233-71E6-5744-A129-D2837B5A8377}" type="presOf" srcId="{8A6D852E-9F4C-490B-8175-FB8B8EC627C4}" destId="{8DCB1184-D425-C04F-B1BB-417C6317416D}" srcOrd="0" destOrd="0" presId="urn:microsoft.com/office/officeart/2005/8/layout/vList2"/>
    <dgm:cxn modelId="{58F84337-706B-4CDE-A151-394D0ADE00CB}" srcId="{B15184C0-252B-4B71-8570-114CDC83213A}" destId="{8A6D852E-9F4C-490B-8175-FB8B8EC627C4}" srcOrd="0" destOrd="0" parTransId="{6424563A-F997-4CBB-8EBD-CC048EC1184B}" sibTransId="{251E149E-7D36-445C-824E-89B4758CDDC4}"/>
    <dgm:cxn modelId="{F28CE739-901B-4A2F-8953-D97B1681A1E6}" srcId="{B15184C0-252B-4B71-8570-114CDC83213A}" destId="{4767E589-3DED-4422-A662-93B5DA603EB9}" srcOrd="1" destOrd="0" parTransId="{D92D61A9-C7C6-47A1-810C-F6348A7260C4}" sibTransId="{ECECE04B-195C-419E-9EF9-1A70B72DF79D}"/>
    <dgm:cxn modelId="{3254BF45-FA8C-4D46-BB51-C7E2FA84646E}" srcId="{B15184C0-252B-4B71-8570-114CDC83213A}" destId="{C3E081A8-203B-4684-AD9F-1002F14BC571}" srcOrd="2" destOrd="0" parTransId="{58D7BD84-1EE4-4392-A494-704F49486A4A}" sibTransId="{4F410C33-4718-4851-84EF-F441B696C574}"/>
    <dgm:cxn modelId="{7AC3BC51-B446-419A-9149-709F207C470B}" srcId="{4B2E2E15-9C7E-4442-B3E2-40A7AB30AFBA}" destId="{1106C633-3AD2-4631-9153-F24F38839DD8}" srcOrd="0" destOrd="0" parTransId="{37C9D961-DF03-41E3-B02A-5C08B514E8E0}" sibTransId="{D845175C-9D57-4864-B9FD-26D72F1D7374}"/>
    <dgm:cxn modelId="{437CE074-ACD3-484D-916D-926C94BB6BA8}" srcId="{4B2E2E15-9C7E-4442-B3E2-40A7AB30AFBA}" destId="{B15184C0-252B-4B71-8570-114CDC83213A}" srcOrd="2" destOrd="0" parTransId="{EE781847-838D-459F-9E98-7A51BE6ABD3F}" sibTransId="{F0D9A23F-8F32-49C3-B16A-BA449DFFAE92}"/>
    <dgm:cxn modelId="{1F363183-F55B-7D4B-9DD6-3EE64DCA09E1}" type="presOf" srcId="{C3E081A8-203B-4684-AD9F-1002F14BC571}" destId="{8DCB1184-D425-C04F-B1BB-417C6317416D}" srcOrd="0" destOrd="2" presId="urn:microsoft.com/office/officeart/2005/8/layout/vList2"/>
    <dgm:cxn modelId="{F2AE3A97-4DF4-4B3E-BD19-0845FB23DA95}" srcId="{4B2E2E15-9C7E-4442-B3E2-40A7AB30AFBA}" destId="{C8B95FE5-3906-431F-8782-129031FF017A}" srcOrd="1" destOrd="0" parTransId="{F321F62A-F484-48F6-87F1-340C576AF140}" sibTransId="{493C3D19-8481-4963-ABEB-2FC3D6B6C83C}"/>
    <dgm:cxn modelId="{6FE9869C-DD52-A24C-AFF1-5A78ECCB6967}" type="presOf" srcId="{4B2E2E15-9C7E-4442-B3E2-40A7AB30AFBA}" destId="{8D13C8DC-4D4D-8B44-829A-141AC84C3CB2}" srcOrd="0" destOrd="0" presId="urn:microsoft.com/office/officeart/2005/8/layout/vList2"/>
    <dgm:cxn modelId="{3CAE93D1-18A2-D848-8AFB-1E98CADF0743}" type="presOf" srcId="{1106C633-3AD2-4631-9153-F24F38839DD8}" destId="{4604A5A9-2C8D-744D-A065-F363395B2F74}" srcOrd="0" destOrd="0" presId="urn:microsoft.com/office/officeart/2005/8/layout/vList2"/>
    <dgm:cxn modelId="{47D1F4D8-BE1F-1646-AF37-4D793DE6E8BF}" type="presOf" srcId="{4767E589-3DED-4422-A662-93B5DA603EB9}" destId="{8DCB1184-D425-C04F-B1BB-417C6317416D}" srcOrd="0" destOrd="1" presId="urn:microsoft.com/office/officeart/2005/8/layout/vList2"/>
    <dgm:cxn modelId="{B2FEC9DA-B53A-8B40-8C21-E5867B54C7B3}" type="presOf" srcId="{F90C2560-1F11-418F-8FF7-E522FD864FD4}" destId="{8DCB1184-D425-C04F-B1BB-417C6317416D}" srcOrd="0" destOrd="3" presId="urn:microsoft.com/office/officeart/2005/8/layout/vList2"/>
    <dgm:cxn modelId="{CFFB1EDF-6552-B143-B765-32357347F506}" type="presOf" srcId="{C8B95FE5-3906-431F-8782-129031FF017A}" destId="{B9220E56-D179-1343-8482-2B2966AC81D0}" srcOrd="0" destOrd="0" presId="urn:microsoft.com/office/officeart/2005/8/layout/vList2"/>
    <dgm:cxn modelId="{A8590CE0-624D-4D27-A817-D17F39DEA8DD}" srcId="{B15184C0-252B-4B71-8570-114CDC83213A}" destId="{8D8E4EF7-EC0E-4558-BEC1-B7E95A753723}" srcOrd="4" destOrd="0" parTransId="{E0587114-C6EF-4DB3-9CE6-4A212D0147C3}" sibTransId="{B0FC2FB2-EEBD-42BE-B0D9-071B4DB4444D}"/>
    <dgm:cxn modelId="{29CB9A86-C9CC-0F44-AFE4-69A6670F9470}" type="presParOf" srcId="{8D13C8DC-4D4D-8B44-829A-141AC84C3CB2}" destId="{4604A5A9-2C8D-744D-A065-F363395B2F74}" srcOrd="0" destOrd="0" presId="urn:microsoft.com/office/officeart/2005/8/layout/vList2"/>
    <dgm:cxn modelId="{446AF100-0E1F-0249-B96E-5B245FACE910}" type="presParOf" srcId="{8D13C8DC-4D4D-8B44-829A-141AC84C3CB2}" destId="{88DC33B3-667D-0043-BECD-DA21FDD9E632}" srcOrd="1" destOrd="0" presId="urn:microsoft.com/office/officeart/2005/8/layout/vList2"/>
    <dgm:cxn modelId="{44955303-A4C3-0F4E-92E1-03869E9E9032}" type="presParOf" srcId="{8D13C8DC-4D4D-8B44-829A-141AC84C3CB2}" destId="{B9220E56-D179-1343-8482-2B2966AC81D0}" srcOrd="2" destOrd="0" presId="urn:microsoft.com/office/officeart/2005/8/layout/vList2"/>
    <dgm:cxn modelId="{C3E682D5-ECEE-6645-A8E7-A84329DC5849}" type="presParOf" srcId="{8D13C8DC-4D4D-8B44-829A-141AC84C3CB2}" destId="{716A28EA-69F2-4F4C-8611-78A653A5F78F}" srcOrd="3" destOrd="0" presId="urn:microsoft.com/office/officeart/2005/8/layout/vList2"/>
    <dgm:cxn modelId="{309E0932-2559-2445-9045-F645DA0C252B}" type="presParOf" srcId="{8D13C8DC-4D4D-8B44-829A-141AC84C3CB2}" destId="{4FFD1EA4-05C4-2249-9998-B903EDF106F1}" srcOrd="4" destOrd="0" presId="urn:microsoft.com/office/officeart/2005/8/layout/vList2"/>
    <dgm:cxn modelId="{826ED806-F493-CE44-95AA-65963A77092B}" type="presParOf" srcId="{8D13C8DC-4D4D-8B44-829A-141AC84C3CB2}" destId="{8DCB1184-D425-C04F-B1BB-417C6317416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DE93B0-18EB-4255-9AFD-F86C1A9CE78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80937C18-0EF2-4155-912D-07E4FD56C344}">
      <dgm:prSet/>
      <dgm:spPr/>
      <dgm:t>
        <a:bodyPr/>
        <a:lstStyle/>
        <a:p>
          <a:r>
            <a:rPr lang="en-US" b="1" dirty="0"/>
            <a:t>True Positives: </a:t>
          </a:r>
          <a:r>
            <a:rPr lang="en-US" dirty="0"/>
            <a:t>These are the patients that </a:t>
          </a:r>
          <a:r>
            <a:rPr lang="en-US" i="1" dirty="0"/>
            <a:t>had HT </a:t>
          </a:r>
          <a:r>
            <a:rPr lang="en-US" dirty="0"/>
            <a:t>that were correctly identified by the algorithm.</a:t>
          </a:r>
        </a:p>
      </dgm:t>
    </dgm:pt>
    <dgm:pt modelId="{21288670-E7B3-4ACB-8DED-BEE9B6252618}" type="parTrans" cxnId="{64E59AD1-E880-40A1-AD62-B48AC97D9F6A}">
      <dgm:prSet/>
      <dgm:spPr/>
      <dgm:t>
        <a:bodyPr/>
        <a:lstStyle/>
        <a:p>
          <a:endParaRPr lang="en-US"/>
        </a:p>
      </dgm:t>
    </dgm:pt>
    <dgm:pt modelId="{2C406E3F-C16D-45A4-99BC-1119F8824C49}" type="sibTrans" cxnId="{64E59AD1-E880-40A1-AD62-B48AC97D9F6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239F295-6C87-4E69-AA47-C5095CFFD4B0}">
      <dgm:prSet/>
      <dgm:spPr/>
      <dgm:t>
        <a:bodyPr/>
        <a:lstStyle/>
        <a:p>
          <a:r>
            <a:rPr lang="en-US" b="1" dirty="0"/>
            <a:t>True Negatives: </a:t>
          </a:r>
          <a:r>
            <a:rPr lang="en-US" dirty="0"/>
            <a:t>These are the patients that </a:t>
          </a:r>
          <a:r>
            <a:rPr lang="en-US" i="1" dirty="0"/>
            <a:t>did not have HT </a:t>
          </a:r>
          <a:r>
            <a:rPr lang="en-US" dirty="0"/>
            <a:t>that were correctly identified by the algorithm.</a:t>
          </a:r>
        </a:p>
      </dgm:t>
    </dgm:pt>
    <dgm:pt modelId="{0C2E4FB1-C964-4617-96BE-724A8BA46C16}" type="parTrans" cxnId="{8535DA96-C102-4669-9C66-4F234C18205F}">
      <dgm:prSet/>
      <dgm:spPr/>
      <dgm:t>
        <a:bodyPr/>
        <a:lstStyle/>
        <a:p>
          <a:endParaRPr lang="en-US"/>
        </a:p>
      </dgm:t>
    </dgm:pt>
    <dgm:pt modelId="{BB9CE86D-4410-42D5-9D27-084FC6DB6553}" type="sibTrans" cxnId="{8535DA96-C102-4669-9C66-4F234C18205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9A92C9A-8746-4EED-87CF-7A90454A7F6B}">
      <dgm:prSet/>
      <dgm:spPr/>
      <dgm:t>
        <a:bodyPr/>
        <a:lstStyle/>
        <a:p>
          <a:r>
            <a:rPr lang="en-US" b="1" dirty="0"/>
            <a:t>False Negatives: </a:t>
          </a:r>
          <a:r>
            <a:rPr lang="en-US" dirty="0"/>
            <a:t>False Negatives are when a patient has HT, but the algorithm said they didn’t.</a:t>
          </a:r>
        </a:p>
      </dgm:t>
    </dgm:pt>
    <dgm:pt modelId="{13F93CB2-F7A1-4893-91AA-4AB0E4291338}" type="parTrans" cxnId="{C27C23FC-A2FA-45D7-8E5A-40DBFF79F80A}">
      <dgm:prSet/>
      <dgm:spPr/>
      <dgm:t>
        <a:bodyPr/>
        <a:lstStyle/>
        <a:p>
          <a:endParaRPr lang="en-US"/>
        </a:p>
      </dgm:t>
    </dgm:pt>
    <dgm:pt modelId="{F3A912C7-987B-432E-B326-D13E7FA88AB7}" type="sibTrans" cxnId="{C27C23FC-A2FA-45D7-8E5A-40DBFF79F80A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6CEE69F-479E-483E-81A7-5CAF1B519AF8}">
      <dgm:prSet/>
      <dgm:spPr/>
      <dgm:t>
        <a:bodyPr/>
        <a:lstStyle/>
        <a:p>
          <a:r>
            <a:rPr lang="en-US" b="1" dirty="0"/>
            <a:t>False Positives </a:t>
          </a:r>
          <a:r>
            <a:rPr lang="en-US" dirty="0"/>
            <a:t>: False Positives are patients that do not have HT, but the algorithm says they do.</a:t>
          </a:r>
        </a:p>
      </dgm:t>
    </dgm:pt>
    <dgm:pt modelId="{B6BAF7D4-DAB8-4058-A152-3724BECB22C2}" type="parTrans" cxnId="{E365B8DB-1312-4BE7-98C0-BB99E9C6520B}">
      <dgm:prSet/>
      <dgm:spPr/>
      <dgm:t>
        <a:bodyPr/>
        <a:lstStyle/>
        <a:p>
          <a:endParaRPr lang="en-US"/>
        </a:p>
      </dgm:t>
    </dgm:pt>
    <dgm:pt modelId="{D503CFD8-E14F-443C-830F-B5A04A3153A7}" type="sibTrans" cxnId="{E365B8DB-1312-4BE7-98C0-BB99E9C6520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A881E19-BBA0-8B42-8ABD-70291E7F474D}" type="pres">
      <dgm:prSet presAssocID="{85DE93B0-18EB-4255-9AFD-F86C1A9CE785}" presName="Name0" presStyleCnt="0">
        <dgm:presLayoutVars>
          <dgm:animLvl val="lvl"/>
          <dgm:resizeHandles val="exact"/>
        </dgm:presLayoutVars>
      </dgm:prSet>
      <dgm:spPr/>
    </dgm:pt>
    <dgm:pt modelId="{6B711870-7717-F246-8980-CE103807980B}" type="pres">
      <dgm:prSet presAssocID="{80937C18-0EF2-4155-912D-07E4FD56C344}" presName="compositeNode" presStyleCnt="0">
        <dgm:presLayoutVars>
          <dgm:bulletEnabled val="1"/>
        </dgm:presLayoutVars>
      </dgm:prSet>
      <dgm:spPr/>
    </dgm:pt>
    <dgm:pt modelId="{60C4FA57-8873-5B48-B378-7AA68C92391B}" type="pres">
      <dgm:prSet presAssocID="{80937C18-0EF2-4155-912D-07E4FD56C344}" presName="bgRect" presStyleLbl="bgAccFollowNode1" presStyleIdx="0" presStyleCnt="4"/>
      <dgm:spPr/>
    </dgm:pt>
    <dgm:pt modelId="{AD613BB6-EF0A-C84E-84F6-BA8CF49335CB}" type="pres">
      <dgm:prSet presAssocID="{2C406E3F-C16D-45A4-99BC-1119F8824C49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B4C0EAF4-DCE1-7B47-96D6-6F1707535F60}" type="pres">
      <dgm:prSet presAssocID="{80937C18-0EF2-4155-912D-07E4FD56C344}" presName="bottomLine" presStyleLbl="alignNode1" presStyleIdx="1" presStyleCnt="8">
        <dgm:presLayoutVars/>
      </dgm:prSet>
      <dgm:spPr/>
    </dgm:pt>
    <dgm:pt modelId="{AF2CE9A6-46CE-0E4A-8A5F-48B277D49696}" type="pres">
      <dgm:prSet presAssocID="{80937C18-0EF2-4155-912D-07E4FD56C344}" presName="nodeText" presStyleLbl="bgAccFollowNode1" presStyleIdx="0" presStyleCnt="4">
        <dgm:presLayoutVars>
          <dgm:bulletEnabled val="1"/>
        </dgm:presLayoutVars>
      </dgm:prSet>
      <dgm:spPr/>
    </dgm:pt>
    <dgm:pt modelId="{E595B58A-A677-DF44-A255-C91E8974DA80}" type="pres">
      <dgm:prSet presAssocID="{2C406E3F-C16D-45A4-99BC-1119F8824C49}" presName="sibTrans" presStyleCnt="0"/>
      <dgm:spPr/>
    </dgm:pt>
    <dgm:pt modelId="{FCAC7895-00FB-DD42-B14A-D90EA52334B2}" type="pres">
      <dgm:prSet presAssocID="{B239F295-6C87-4E69-AA47-C5095CFFD4B0}" presName="compositeNode" presStyleCnt="0">
        <dgm:presLayoutVars>
          <dgm:bulletEnabled val="1"/>
        </dgm:presLayoutVars>
      </dgm:prSet>
      <dgm:spPr/>
    </dgm:pt>
    <dgm:pt modelId="{FD7E359F-B606-3F40-A75D-62AFA96E9B14}" type="pres">
      <dgm:prSet presAssocID="{B239F295-6C87-4E69-AA47-C5095CFFD4B0}" presName="bgRect" presStyleLbl="bgAccFollowNode1" presStyleIdx="1" presStyleCnt="4"/>
      <dgm:spPr/>
    </dgm:pt>
    <dgm:pt modelId="{1BF006FA-CCC8-E749-AE8C-14DA5B1D8A59}" type="pres">
      <dgm:prSet presAssocID="{BB9CE86D-4410-42D5-9D27-084FC6DB6553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25CAC257-4849-0544-8E7D-EE1AF0A34971}" type="pres">
      <dgm:prSet presAssocID="{B239F295-6C87-4E69-AA47-C5095CFFD4B0}" presName="bottomLine" presStyleLbl="alignNode1" presStyleIdx="3" presStyleCnt="8">
        <dgm:presLayoutVars/>
      </dgm:prSet>
      <dgm:spPr/>
    </dgm:pt>
    <dgm:pt modelId="{12472A5F-23D1-BA44-B898-5354D7DEACC0}" type="pres">
      <dgm:prSet presAssocID="{B239F295-6C87-4E69-AA47-C5095CFFD4B0}" presName="nodeText" presStyleLbl="bgAccFollowNode1" presStyleIdx="1" presStyleCnt="4">
        <dgm:presLayoutVars>
          <dgm:bulletEnabled val="1"/>
        </dgm:presLayoutVars>
      </dgm:prSet>
      <dgm:spPr/>
    </dgm:pt>
    <dgm:pt modelId="{8658BF8C-F9A0-C242-9744-BE9B84489B00}" type="pres">
      <dgm:prSet presAssocID="{BB9CE86D-4410-42D5-9D27-084FC6DB6553}" presName="sibTrans" presStyleCnt="0"/>
      <dgm:spPr/>
    </dgm:pt>
    <dgm:pt modelId="{2E9A80F6-ED02-204E-B479-01C075B8C4E7}" type="pres">
      <dgm:prSet presAssocID="{D9A92C9A-8746-4EED-87CF-7A90454A7F6B}" presName="compositeNode" presStyleCnt="0">
        <dgm:presLayoutVars>
          <dgm:bulletEnabled val="1"/>
        </dgm:presLayoutVars>
      </dgm:prSet>
      <dgm:spPr/>
    </dgm:pt>
    <dgm:pt modelId="{155BF220-4A44-0D4C-AE04-88C6A684FD94}" type="pres">
      <dgm:prSet presAssocID="{D9A92C9A-8746-4EED-87CF-7A90454A7F6B}" presName="bgRect" presStyleLbl="bgAccFollowNode1" presStyleIdx="2" presStyleCnt="4"/>
      <dgm:spPr/>
    </dgm:pt>
    <dgm:pt modelId="{75F11B30-EC97-7C42-9C85-3C0A3F2CF43C}" type="pres">
      <dgm:prSet presAssocID="{F3A912C7-987B-432E-B326-D13E7FA88AB7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77FD42B-1771-534C-A8BA-C756D3477493}" type="pres">
      <dgm:prSet presAssocID="{D9A92C9A-8746-4EED-87CF-7A90454A7F6B}" presName="bottomLine" presStyleLbl="alignNode1" presStyleIdx="5" presStyleCnt="8">
        <dgm:presLayoutVars/>
      </dgm:prSet>
      <dgm:spPr/>
    </dgm:pt>
    <dgm:pt modelId="{B081FFB8-4C7A-B74C-AB93-1BF2B07C7C5C}" type="pres">
      <dgm:prSet presAssocID="{D9A92C9A-8746-4EED-87CF-7A90454A7F6B}" presName="nodeText" presStyleLbl="bgAccFollowNode1" presStyleIdx="2" presStyleCnt="4">
        <dgm:presLayoutVars>
          <dgm:bulletEnabled val="1"/>
        </dgm:presLayoutVars>
      </dgm:prSet>
      <dgm:spPr/>
    </dgm:pt>
    <dgm:pt modelId="{E5AD74D7-B08E-CD4D-8790-D756A9125C0B}" type="pres">
      <dgm:prSet presAssocID="{F3A912C7-987B-432E-B326-D13E7FA88AB7}" presName="sibTrans" presStyleCnt="0"/>
      <dgm:spPr/>
    </dgm:pt>
    <dgm:pt modelId="{B66D5190-21FD-EC4B-9BD1-B18F0050C2F6}" type="pres">
      <dgm:prSet presAssocID="{46CEE69F-479E-483E-81A7-5CAF1B519AF8}" presName="compositeNode" presStyleCnt="0">
        <dgm:presLayoutVars>
          <dgm:bulletEnabled val="1"/>
        </dgm:presLayoutVars>
      </dgm:prSet>
      <dgm:spPr/>
    </dgm:pt>
    <dgm:pt modelId="{E6D055E5-68E7-7444-BC50-05B94633CDBA}" type="pres">
      <dgm:prSet presAssocID="{46CEE69F-479E-483E-81A7-5CAF1B519AF8}" presName="bgRect" presStyleLbl="bgAccFollowNode1" presStyleIdx="3" presStyleCnt="4"/>
      <dgm:spPr/>
    </dgm:pt>
    <dgm:pt modelId="{3A00E8C3-D945-B543-A52F-57C8BF97AB0E}" type="pres">
      <dgm:prSet presAssocID="{D503CFD8-E14F-443C-830F-B5A04A3153A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700C6BEE-50B6-D245-B67D-CBB53389C3CB}" type="pres">
      <dgm:prSet presAssocID="{46CEE69F-479E-483E-81A7-5CAF1B519AF8}" presName="bottomLine" presStyleLbl="alignNode1" presStyleIdx="7" presStyleCnt="8">
        <dgm:presLayoutVars/>
      </dgm:prSet>
      <dgm:spPr/>
    </dgm:pt>
    <dgm:pt modelId="{65A69914-7E75-6F4E-9A03-41EC2359AF4A}" type="pres">
      <dgm:prSet presAssocID="{46CEE69F-479E-483E-81A7-5CAF1B519AF8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032F5D0A-0FF2-2445-BFAA-A41151AEC174}" type="presOf" srcId="{D9A92C9A-8746-4EED-87CF-7A90454A7F6B}" destId="{155BF220-4A44-0D4C-AE04-88C6A684FD94}" srcOrd="0" destOrd="0" presId="urn:microsoft.com/office/officeart/2016/7/layout/BasicLinearProcessNumbered"/>
    <dgm:cxn modelId="{0BFAF21E-F186-D540-8D23-70F30AE98FE0}" type="presOf" srcId="{B239F295-6C87-4E69-AA47-C5095CFFD4B0}" destId="{12472A5F-23D1-BA44-B898-5354D7DEACC0}" srcOrd="1" destOrd="0" presId="urn:microsoft.com/office/officeart/2016/7/layout/BasicLinearProcessNumbered"/>
    <dgm:cxn modelId="{E976134C-CD37-EB46-8070-C3D88B57BE3C}" type="presOf" srcId="{B239F295-6C87-4E69-AA47-C5095CFFD4B0}" destId="{FD7E359F-B606-3F40-A75D-62AFA96E9B14}" srcOrd="0" destOrd="0" presId="urn:microsoft.com/office/officeart/2016/7/layout/BasicLinearProcessNumbered"/>
    <dgm:cxn modelId="{E4F33254-C103-E343-9379-3A4B4BB237E6}" type="presOf" srcId="{2C406E3F-C16D-45A4-99BC-1119F8824C49}" destId="{AD613BB6-EF0A-C84E-84F6-BA8CF49335CB}" srcOrd="0" destOrd="0" presId="urn:microsoft.com/office/officeart/2016/7/layout/BasicLinearProcessNumbered"/>
    <dgm:cxn modelId="{1D8E5D6A-233B-AB40-9680-654A2958A673}" type="presOf" srcId="{D9A92C9A-8746-4EED-87CF-7A90454A7F6B}" destId="{B081FFB8-4C7A-B74C-AB93-1BF2B07C7C5C}" srcOrd="1" destOrd="0" presId="urn:microsoft.com/office/officeart/2016/7/layout/BasicLinearProcessNumbered"/>
    <dgm:cxn modelId="{604A7B8A-92AE-F241-8381-B76CB3CFAC2D}" type="presOf" srcId="{80937C18-0EF2-4155-912D-07E4FD56C344}" destId="{60C4FA57-8873-5B48-B378-7AA68C92391B}" srcOrd="0" destOrd="0" presId="urn:microsoft.com/office/officeart/2016/7/layout/BasicLinearProcessNumbered"/>
    <dgm:cxn modelId="{1F8F358C-CA81-8642-A4E2-A3713C435C18}" type="presOf" srcId="{BB9CE86D-4410-42D5-9D27-084FC6DB6553}" destId="{1BF006FA-CCC8-E749-AE8C-14DA5B1D8A59}" srcOrd="0" destOrd="0" presId="urn:microsoft.com/office/officeart/2016/7/layout/BasicLinearProcessNumbered"/>
    <dgm:cxn modelId="{66BB4890-25E4-AF45-90FD-C2D4C0282F4E}" type="presOf" srcId="{46CEE69F-479E-483E-81A7-5CAF1B519AF8}" destId="{E6D055E5-68E7-7444-BC50-05B94633CDBA}" srcOrd="0" destOrd="0" presId="urn:microsoft.com/office/officeart/2016/7/layout/BasicLinearProcessNumbered"/>
    <dgm:cxn modelId="{2DC70D95-E397-4541-B2FC-B811D7328B57}" type="presOf" srcId="{F3A912C7-987B-432E-B326-D13E7FA88AB7}" destId="{75F11B30-EC97-7C42-9C85-3C0A3F2CF43C}" srcOrd="0" destOrd="0" presId="urn:microsoft.com/office/officeart/2016/7/layout/BasicLinearProcessNumbered"/>
    <dgm:cxn modelId="{8535DA96-C102-4669-9C66-4F234C18205F}" srcId="{85DE93B0-18EB-4255-9AFD-F86C1A9CE785}" destId="{B239F295-6C87-4E69-AA47-C5095CFFD4B0}" srcOrd="1" destOrd="0" parTransId="{0C2E4FB1-C964-4617-96BE-724A8BA46C16}" sibTransId="{BB9CE86D-4410-42D5-9D27-084FC6DB6553}"/>
    <dgm:cxn modelId="{5FEF56CB-BF2C-FC45-9F12-80D92AECC8C7}" type="presOf" srcId="{85DE93B0-18EB-4255-9AFD-F86C1A9CE785}" destId="{AA881E19-BBA0-8B42-8ABD-70291E7F474D}" srcOrd="0" destOrd="0" presId="urn:microsoft.com/office/officeart/2016/7/layout/BasicLinearProcessNumbered"/>
    <dgm:cxn modelId="{64E59AD1-E880-40A1-AD62-B48AC97D9F6A}" srcId="{85DE93B0-18EB-4255-9AFD-F86C1A9CE785}" destId="{80937C18-0EF2-4155-912D-07E4FD56C344}" srcOrd="0" destOrd="0" parTransId="{21288670-E7B3-4ACB-8DED-BEE9B6252618}" sibTransId="{2C406E3F-C16D-45A4-99BC-1119F8824C49}"/>
    <dgm:cxn modelId="{E365B8DB-1312-4BE7-98C0-BB99E9C6520B}" srcId="{85DE93B0-18EB-4255-9AFD-F86C1A9CE785}" destId="{46CEE69F-479E-483E-81A7-5CAF1B519AF8}" srcOrd="3" destOrd="0" parTransId="{B6BAF7D4-DAB8-4058-A152-3724BECB22C2}" sibTransId="{D503CFD8-E14F-443C-830F-B5A04A3153A7}"/>
    <dgm:cxn modelId="{6FD283E1-7478-1A49-822B-9CFB7F74998F}" type="presOf" srcId="{80937C18-0EF2-4155-912D-07E4FD56C344}" destId="{AF2CE9A6-46CE-0E4A-8A5F-48B277D49696}" srcOrd="1" destOrd="0" presId="urn:microsoft.com/office/officeart/2016/7/layout/BasicLinearProcessNumbered"/>
    <dgm:cxn modelId="{CAC87AED-CB1C-4243-929C-CD172DDD6C1C}" type="presOf" srcId="{D503CFD8-E14F-443C-830F-B5A04A3153A7}" destId="{3A00E8C3-D945-B543-A52F-57C8BF97AB0E}" srcOrd="0" destOrd="0" presId="urn:microsoft.com/office/officeart/2016/7/layout/BasicLinearProcessNumbered"/>
    <dgm:cxn modelId="{378B34F2-E5DF-9744-A88D-4DAD4A9D8D8F}" type="presOf" srcId="{46CEE69F-479E-483E-81A7-5CAF1B519AF8}" destId="{65A69914-7E75-6F4E-9A03-41EC2359AF4A}" srcOrd="1" destOrd="0" presId="urn:microsoft.com/office/officeart/2016/7/layout/BasicLinearProcessNumbered"/>
    <dgm:cxn modelId="{C27C23FC-A2FA-45D7-8E5A-40DBFF79F80A}" srcId="{85DE93B0-18EB-4255-9AFD-F86C1A9CE785}" destId="{D9A92C9A-8746-4EED-87CF-7A90454A7F6B}" srcOrd="2" destOrd="0" parTransId="{13F93CB2-F7A1-4893-91AA-4AB0E4291338}" sibTransId="{F3A912C7-987B-432E-B326-D13E7FA88AB7}"/>
    <dgm:cxn modelId="{68ECB125-AB15-8542-9C94-E3F275025635}" type="presParOf" srcId="{AA881E19-BBA0-8B42-8ABD-70291E7F474D}" destId="{6B711870-7717-F246-8980-CE103807980B}" srcOrd="0" destOrd="0" presId="urn:microsoft.com/office/officeart/2016/7/layout/BasicLinearProcessNumbered"/>
    <dgm:cxn modelId="{2325C7FF-186C-1D40-8604-E23A03BAD6EC}" type="presParOf" srcId="{6B711870-7717-F246-8980-CE103807980B}" destId="{60C4FA57-8873-5B48-B378-7AA68C92391B}" srcOrd="0" destOrd="0" presId="urn:microsoft.com/office/officeart/2016/7/layout/BasicLinearProcessNumbered"/>
    <dgm:cxn modelId="{DB9E46B1-EA00-7C41-84C2-BA212DAA834D}" type="presParOf" srcId="{6B711870-7717-F246-8980-CE103807980B}" destId="{AD613BB6-EF0A-C84E-84F6-BA8CF49335CB}" srcOrd="1" destOrd="0" presId="urn:microsoft.com/office/officeart/2016/7/layout/BasicLinearProcessNumbered"/>
    <dgm:cxn modelId="{0C730800-DFE5-474A-BD8C-A78A871B4683}" type="presParOf" srcId="{6B711870-7717-F246-8980-CE103807980B}" destId="{B4C0EAF4-DCE1-7B47-96D6-6F1707535F60}" srcOrd="2" destOrd="0" presId="urn:microsoft.com/office/officeart/2016/7/layout/BasicLinearProcessNumbered"/>
    <dgm:cxn modelId="{4534F1E2-DFB0-CD43-BBF8-504F16FD93F7}" type="presParOf" srcId="{6B711870-7717-F246-8980-CE103807980B}" destId="{AF2CE9A6-46CE-0E4A-8A5F-48B277D49696}" srcOrd="3" destOrd="0" presId="urn:microsoft.com/office/officeart/2016/7/layout/BasicLinearProcessNumbered"/>
    <dgm:cxn modelId="{F2EF9BAF-4A17-F545-9BB9-103F8A33E0D4}" type="presParOf" srcId="{AA881E19-BBA0-8B42-8ABD-70291E7F474D}" destId="{E595B58A-A677-DF44-A255-C91E8974DA80}" srcOrd="1" destOrd="0" presId="urn:microsoft.com/office/officeart/2016/7/layout/BasicLinearProcessNumbered"/>
    <dgm:cxn modelId="{CB85DF31-2227-3442-8120-4D6CF01A117C}" type="presParOf" srcId="{AA881E19-BBA0-8B42-8ABD-70291E7F474D}" destId="{FCAC7895-00FB-DD42-B14A-D90EA52334B2}" srcOrd="2" destOrd="0" presId="urn:microsoft.com/office/officeart/2016/7/layout/BasicLinearProcessNumbered"/>
    <dgm:cxn modelId="{DDA9A9A5-278C-4C48-9829-E3135BF0A25E}" type="presParOf" srcId="{FCAC7895-00FB-DD42-B14A-D90EA52334B2}" destId="{FD7E359F-B606-3F40-A75D-62AFA96E9B14}" srcOrd="0" destOrd="0" presId="urn:microsoft.com/office/officeart/2016/7/layout/BasicLinearProcessNumbered"/>
    <dgm:cxn modelId="{05AE22BD-C4E2-F04A-9FA2-251E1CAEA43A}" type="presParOf" srcId="{FCAC7895-00FB-DD42-B14A-D90EA52334B2}" destId="{1BF006FA-CCC8-E749-AE8C-14DA5B1D8A59}" srcOrd="1" destOrd="0" presId="urn:microsoft.com/office/officeart/2016/7/layout/BasicLinearProcessNumbered"/>
    <dgm:cxn modelId="{B3E3FF44-E109-E245-A3E7-6E7502DD2183}" type="presParOf" srcId="{FCAC7895-00FB-DD42-B14A-D90EA52334B2}" destId="{25CAC257-4849-0544-8E7D-EE1AF0A34971}" srcOrd="2" destOrd="0" presId="urn:microsoft.com/office/officeart/2016/7/layout/BasicLinearProcessNumbered"/>
    <dgm:cxn modelId="{2322F8E9-AF0C-3041-8A52-F4B8CDED6DD6}" type="presParOf" srcId="{FCAC7895-00FB-DD42-B14A-D90EA52334B2}" destId="{12472A5F-23D1-BA44-B898-5354D7DEACC0}" srcOrd="3" destOrd="0" presId="urn:microsoft.com/office/officeart/2016/7/layout/BasicLinearProcessNumbered"/>
    <dgm:cxn modelId="{438EC2EA-7BB7-DC49-AFC1-D5876C1FA871}" type="presParOf" srcId="{AA881E19-BBA0-8B42-8ABD-70291E7F474D}" destId="{8658BF8C-F9A0-C242-9744-BE9B84489B00}" srcOrd="3" destOrd="0" presId="urn:microsoft.com/office/officeart/2016/7/layout/BasicLinearProcessNumbered"/>
    <dgm:cxn modelId="{20D4A39F-F5FC-5241-BF10-5B55319FE4EC}" type="presParOf" srcId="{AA881E19-BBA0-8B42-8ABD-70291E7F474D}" destId="{2E9A80F6-ED02-204E-B479-01C075B8C4E7}" srcOrd="4" destOrd="0" presId="urn:microsoft.com/office/officeart/2016/7/layout/BasicLinearProcessNumbered"/>
    <dgm:cxn modelId="{625207F9-38BB-B646-B788-E0C0987FD0F7}" type="presParOf" srcId="{2E9A80F6-ED02-204E-B479-01C075B8C4E7}" destId="{155BF220-4A44-0D4C-AE04-88C6A684FD94}" srcOrd="0" destOrd="0" presId="urn:microsoft.com/office/officeart/2016/7/layout/BasicLinearProcessNumbered"/>
    <dgm:cxn modelId="{09E94935-E27F-CF4C-B0E8-87BC58D28A21}" type="presParOf" srcId="{2E9A80F6-ED02-204E-B479-01C075B8C4E7}" destId="{75F11B30-EC97-7C42-9C85-3C0A3F2CF43C}" srcOrd="1" destOrd="0" presId="urn:microsoft.com/office/officeart/2016/7/layout/BasicLinearProcessNumbered"/>
    <dgm:cxn modelId="{DF7AEC04-96D5-3C46-BF61-6350542B23CD}" type="presParOf" srcId="{2E9A80F6-ED02-204E-B479-01C075B8C4E7}" destId="{477FD42B-1771-534C-A8BA-C756D3477493}" srcOrd="2" destOrd="0" presId="urn:microsoft.com/office/officeart/2016/7/layout/BasicLinearProcessNumbered"/>
    <dgm:cxn modelId="{188852AA-9D1C-764B-A300-E7C549051BED}" type="presParOf" srcId="{2E9A80F6-ED02-204E-B479-01C075B8C4E7}" destId="{B081FFB8-4C7A-B74C-AB93-1BF2B07C7C5C}" srcOrd="3" destOrd="0" presId="urn:microsoft.com/office/officeart/2016/7/layout/BasicLinearProcessNumbered"/>
    <dgm:cxn modelId="{93088B37-21AF-2147-9925-736AA6C0BA17}" type="presParOf" srcId="{AA881E19-BBA0-8B42-8ABD-70291E7F474D}" destId="{E5AD74D7-B08E-CD4D-8790-D756A9125C0B}" srcOrd="5" destOrd="0" presId="urn:microsoft.com/office/officeart/2016/7/layout/BasicLinearProcessNumbered"/>
    <dgm:cxn modelId="{0A8CA181-5710-3446-901A-9D23DC1BB2DF}" type="presParOf" srcId="{AA881E19-BBA0-8B42-8ABD-70291E7F474D}" destId="{B66D5190-21FD-EC4B-9BD1-B18F0050C2F6}" srcOrd="6" destOrd="0" presId="urn:microsoft.com/office/officeart/2016/7/layout/BasicLinearProcessNumbered"/>
    <dgm:cxn modelId="{EFE8FB15-72F0-FA4B-98A2-CBE492EBB432}" type="presParOf" srcId="{B66D5190-21FD-EC4B-9BD1-B18F0050C2F6}" destId="{E6D055E5-68E7-7444-BC50-05B94633CDBA}" srcOrd="0" destOrd="0" presId="urn:microsoft.com/office/officeart/2016/7/layout/BasicLinearProcessNumbered"/>
    <dgm:cxn modelId="{DDD1727E-655C-164D-B37B-E43113C0225C}" type="presParOf" srcId="{B66D5190-21FD-EC4B-9BD1-B18F0050C2F6}" destId="{3A00E8C3-D945-B543-A52F-57C8BF97AB0E}" srcOrd="1" destOrd="0" presId="urn:microsoft.com/office/officeart/2016/7/layout/BasicLinearProcessNumbered"/>
    <dgm:cxn modelId="{9B927972-034A-944F-8CFD-F588EE9B481A}" type="presParOf" srcId="{B66D5190-21FD-EC4B-9BD1-B18F0050C2F6}" destId="{700C6BEE-50B6-D245-B67D-CBB53389C3CB}" srcOrd="2" destOrd="0" presId="urn:microsoft.com/office/officeart/2016/7/layout/BasicLinearProcessNumbered"/>
    <dgm:cxn modelId="{5032A055-7DB1-7C48-BEB0-37149A4667BE}" type="presParOf" srcId="{B66D5190-21FD-EC4B-9BD1-B18F0050C2F6}" destId="{65A69914-7E75-6F4E-9A03-41EC2359AF4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51EEF8-0B6F-4656-9BED-6C934C20C9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9CD7A1-F84E-49A2-B551-9731D8FB853F}">
      <dgm:prSet/>
      <dgm:spPr/>
      <dgm:t>
        <a:bodyPr/>
        <a:lstStyle/>
        <a:p>
          <a:r>
            <a:rPr lang="en-US"/>
            <a:t>So, the larger the area under the curve, the better the classifier is.</a:t>
          </a:r>
        </a:p>
      </dgm:t>
    </dgm:pt>
    <dgm:pt modelId="{B83A6161-516D-4DD4-9F86-08BB719257C4}" type="parTrans" cxnId="{EEA04660-D251-4EC1-B012-C9CB2E79C961}">
      <dgm:prSet/>
      <dgm:spPr/>
      <dgm:t>
        <a:bodyPr/>
        <a:lstStyle/>
        <a:p>
          <a:endParaRPr lang="en-US"/>
        </a:p>
      </dgm:t>
    </dgm:pt>
    <dgm:pt modelId="{0DB64236-CE83-404D-866A-C4060C869C52}" type="sibTrans" cxnId="{EEA04660-D251-4EC1-B012-C9CB2E79C961}">
      <dgm:prSet/>
      <dgm:spPr/>
      <dgm:t>
        <a:bodyPr/>
        <a:lstStyle/>
        <a:p>
          <a:endParaRPr lang="en-US"/>
        </a:p>
      </dgm:t>
    </dgm:pt>
    <dgm:pt modelId="{E2B24205-7489-4EF8-B3F0-6C19B72B3E2C}">
      <dgm:prSet/>
      <dgm:spPr/>
      <dgm:t>
        <a:bodyPr/>
        <a:lstStyle/>
        <a:p>
          <a:r>
            <a:rPr lang="en-US"/>
            <a:t>And it is precisely this area that is reflected by the AUC value, the Area under the Curve.</a:t>
          </a:r>
        </a:p>
      </dgm:t>
    </dgm:pt>
    <dgm:pt modelId="{CC3B523A-0B2F-48D7-8ABE-8F7EA0DF8CC1}" type="parTrans" cxnId="{A5FA0FEA-C9A0-456E-A53A-119A745408EA}">
      <dgm:prSet/>
      <dgm:spPr/>
      <dgm:t>
        <a:bodyPr/>
        <a:lstStyle/>
        <a:p>
          <a:endParaRPr lang="en-US"/>
        </a:p>
      </dgm:t>
    </dgm:pt>
    <dgm:pt modelId="{B70E2C0F-5706-486C-9C8C-2B0FAF00E8C3}" type="sibTrans" cxnId="{A5FA0FEA-C9A0-456E-A53A-119A745408EA}">
      <dgm:prSet/>
      <dgm:spPr/>
      <dgm:t>
        <a:bodyPr/>
        <a:lstStyle/>
        <a:p>
          <a:endParaRPr lang="en-US"/>
        </a:p>
      </dgm:t>
    </dgm:pt>
    <dgm:pt modelId="{D1987E57-1865-467D-9176-9BEFAB44E0CD}" type="pres">
      <dgm:prSet presAssocID="{F051EEF8-0B6F-4656-9BED-6C934C20C921}" presName="root" presStyleCnt="0">
        <dgm:presLayoutVars>
          <dgm:dir/>
          <dgm:resizeHandles val="exact"/>
        </dgm:presLayoutVars>
      </dgm:prSet>
      <dgm:spPr/>
    </dgm:pt>
    <dgm:pt modelId="{545491F7-D0B6-430A-B398-4D94D53B3653}" type="pres">
      <dgm:prSet presAssocID="{779CD7A1-F84E-49A2-B551-9731D8FB853F}" presName="compNode" presStyleCnt="0"/>
      <dgm:spPr/>
    </dgm:pt>
    <dgm:pt modelId="{985BB620-02A9-45F3-868D-47ABA7D79517}" type="pres">
      <dgm:prSet presAssocID="{779CD7A1-F84E-49A2-B551-9731D8FB853F}" presName="bgRect" presStyleLbl="bgShp" presStyleIdx="0" presStyleCnt="2"/>
      <dgm:spPr/>
    </dgm:pt>
    <dgm:pt modelId="{E7194F5B-B2DC-4441-A0A9-AE209232E332}" type="pres">
      <dgm:prSet presAssocID="{779CD7A1-F84E-49A2-B551-9731D8FB853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03A80DF2-16A0-4B77-9307-BE42982EAEBA}" type="pres">
      <dgm:prSet presAssocID="{779CD7A1-F84E-49A2-B551-9731D8FB853F}" presName="spaceRect" presStyleCnt="0"/>
      <dgm:spPr/>
    </dgm:pt>
    <dgm:pt modelId="{4139BBD1-0564-4FB9-836E-C2DBB4189DE1}" type="pres">
      <dgm:prSet presAssocID="{779CD7A1-F84E-49A2-B551-9731D8FB853F}" presName="parTx" presStyleLbl="revTx" presStyleIdx="0" presStyleCnt="2">
        <dgm:presLayoutVars>
          <dgm:chMax val="0"/>
          <dgm:chPref val="0"/>
        </dgm:presLayoutVars>
      </dgm:prSet>
      <dgm:spPr/>
    </dgm:pt>
    <dgm:pt modelId="{57187EF3-FE42-41AA-95FC-39EF16604F87}" type="pres">
      <dgm:prSet presAssocID="{0DB64236-CE83-404D-866A-C4060C869C52}" presName="sibTrans" presStyleCnt="0"/>
      <dgm:spPr/>
    </dgm:pt>
    <dgm:pt modelId="{360D8491-42A5-4B70-A32C-01CF47CFB9FB}" type="pres">
      <dgm:prSet presAssocID="{E2B24205-7489-4EF8-B3F0-6C19B72B3E2C}" presName="compNode" presStyleCnt="0"/>
      <dgm:spPr/>
    </dgm:pt>
    <dgm:pt modelId="{941F5D5B-C3A8-4BC6-9DC4-2C76A8EC6184}" type="pres">
      <dgm:prSet presAssocID="{E2B24205-7489-4EF8-B3F0-6C19B72B3E2C}" presName="bgRect" presStyleLbl="bgShp" presStyleIdx="1" presStyleCnt="2"/>
      <dgm:spPr/>
    </dgm:pt>
    <dgm:pt modelId="{FFB9F475-37C1-4C5D-8C6A-740723FD0532}" type="pres">
      <dgm:prSet presAssocID="{E2B24205-7489-4EF8-B3F0-6C19B72B3E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02D6B1F1-F902-4957-955C-8DBC1F95CFE4}" type="pres">
      <dgm:prSet presAssocID="{E2B24205-7489-4EF8-B3F0-6C19B72B3E2C}" presName="spaceRect" presStyleCnt="0"/>
      <dgm:spPr/>
    </dgm:pt>
    <dgm:pt modelId="{073159C0-B8A2-4B40-AA5B-528BB7166291}" type="pres">
      <dgm:prSet presAssocID="{E2B24205-7489-4EF8-B3F0-6C19B72B3E2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CCB0725-994F-4984-B14C-09ADB088A78D}" type="presOf" srcId="{779CD7A1-F84E-49A2-B551-9731D8FB853F}" destId="{4139BBD1-0564-4FB9-836E-C2DBB4189DE1}" srcOrd="0" destOrd="0" presId="urn:microsoft.com/office/officeart/2018/2/layout/IconVerticalSolidList"/>
    <dgm:cxn modelId="{EEA04660-D251-4EC1-B012-C9CB2E79C961}" srcId="{F051EEF8-0B6F-4656-9BED-6C934C20C921}" destId="{779CD7A1-F84E-49A2-B551-9731D8FB853F}" srcOrd="0" destOrd="0" parTransId="{B83A6161-516D-4DD4-9F86-08BB719257C4}" sibTransId="{0DB64236-CE83-404D-866A-C4060C869C52}"/>
    <dgm:cxn modelId="{00E2DC95-CCB8-4009-835E-8634E343EF94}" type="presOf" srcId="{E2B24205-7489-4EF8-B3F0-6C19B72B3E2C}" destId="{073159C0-B8A2-4B40-AA5B-528BB7166291}" srcOrd="0" destOrd="0" presId="urn:microsoft.com/office/officeart/2018/2/layout/IconVerticalSolidList"/>
    <dgm:cxn modelId="{91F6A8B8-0AFC-4DE8-BA31-D8B1ECB38135}" type="presOf" srcId="{F051EEF8-0B6F-4656-9BED-6C934C20C921}" destId="{D1987E57-1865-467D-9176-9BEFAB44E0CD}" srcOrd="0" destOrd="0" presId="urn:microsoft.com/office/officeart/2018/2/layout/IconVerticalSolidList"/>
    <dgm:cxn modelId="{A5FA0FEA-C9A0-456E-A53A-119A745408EA}" srcId="{F051EEF8-0B6F-4656-9BED-6C934C20C921}" destId="{E2B24205-7489-4EF8-B3F0-6C19B72B3E2C}" srcOrd="1" destOrd="0" parTransId="{CC3B523A-0B2F-48D7-8ABE-8F7EA0DF8CC1}" sibTransId="{B70E2C0F-5706-486C-9C8C-2B0FAF00E8C3}"/>
    <dgm:cxn modelId="{BD3E6289-38C8-4CCB-858D-70C2984A7F8D}" type="presParOf" srcId="{D1987E57-1865-467D-9176-9BEFAB44E0CD}" destId="{545491F7-D0B6-430A-B398-4D94D53B3653}" srcOrd="0" destOrd="0" presId="urn:microsoft.com/office/officeart/2018/2/layout/IconVerticalSolidList"/>
    <dgm:cxn modelId="{4222D8E2-BFDB-4C70-9744-7ACDCA6A02BF}" type="presParOf" srcId="{545491F7-D0B6-430A-B398-4D94D53B3653}" destId="{985BB620-02A9-45F3-868D-47ABA7D79517}" srcOrd="0" destOrd="0" presId="urn:microsoft.com/office/officeart/2018/2/layout/IconVerticalSolidList"/>
    <dgm:cxn modelId="{1E1B0F4C-3A45-4431-8CC9-34120FA1B714}" type="presParOf" srcId="{545491F7-D0B6-430A-B398-4D94D53B3653}" destId="{E7194F5B-B2DC-4441-A0A9-AE209232E332}" srcOrd="1" destOrd="0" presId="urn:microsoft.com/office/officeart/2018/2/layout/IconVerticalSolidList"/>
    <dgm:cxn modelId="{4B5495BD-168F-482C-B3C4-6DD6368A929E}" type="presParOf" srcId="{545491F7-D0B6-430A-B398-4D94D53B3653}" destId="{03A80DF2-16A0-4B77-9307-BE42982EAEBA}" srcOrd="2" destOrd="0" presId="urn:microsoft.com/office/officeart/2018/2/layout/IconVerticalSolidList"/>
    <dgm:cxn modelId="{AEAEF27F-A370-4CC4-94D7-4B63A78F9DEA}" type="presParOf" srcId="{545491F7-D0B6-430A-B398-4D94D53B3653}" destId="{4139BBD1-0564-4FB9-836E-C2DBB4189DE1}" srcOrd="3" destOrd="0" presId="urn:microsoft.com/office/officeart/2018/2/layout/IconVerticalSolidList"/>
    <dgm:cxn modelId="{29E808D5-7BA7-4253-BC84-143E8F6C0B80}" type="presParOf" srcId="{D1987E57-1865-467D-9176-9BEFAB44E0CD}" destId="{57187EF3-FE42-41AA-95FC-39EF16604F87}" srcOrd="1" destOrd="0" presId="urn:microsoft.com/office/officeart/2018/2/layout/IconVerticalSolidList"/>
    <dgm:cxn modelId="{DEA49D28-3F6A-4996-8805-08E1B9767B11}" type="presParOf" srcId="{D1987E57-1865-467D-9176-9BEFAB44E0CD}" destId="{360D8491-42A5-4B70-A32C-01CF47CFB9FB}" srcOrd="2" destOrd="0" presId="urn:microsoft.com/office/officeart/2018/2/layout/IconVerticalSolidList"/>
    <dgm:cxn modelId="{70FB997B-80A9-4C34-90DB-652221E094FB}" type="presParOf" srcId="{360D8491-42A5-4B70-A32C-01CF47CFB9FB}" destId="{941F5D5B-C3A8-4BC6-9DC4-2C76A8EC6184}" srcOrd="0" destOrd="0" presId="urn:microsoft.com/office/officeart/2018/2/layout/IconVerticalSolidList"/>
    <dgm:cxn modelId="{185AF8B7-F60D-481D-871F-54B2B670BD3A}" type="presParOf" srcId="{360D8491-42A5-4B70-A32C-01CF47CFB9FB}" destId="{FFB9F475-37C1-4C5D-8C6A-740723FD0532}" srcOrd="1" destOrd="0" presId="urn:microsoft.com/office/officeart/2018/2/layout/IconVerticalSolidList"/>
    <dgm:cxn modelId="{D2A83064-32E7-4DF3-B1CB-6663C0A0F2D4}" type="presParOf" srcId="{360D8491-42A5-4B70-A32C-01CF47CFB9FB}" destId="{02D6B1F1-F902-4957-955C-8DBC1F95CFE4}" srcOrd="2" destOrd="0" presId="urn:microsoft.com/office/officeart/2018/2/layout/IconVerticalSolidList"/>
    <dgm:cxn modelId="{EC671D32-058F-455F-AB4E-C8070EF9F10D}" type="presParOf" srcId="{360D8491-42A5-4B70-A32C-01CF47CFB9FB}" destId="{073159C0-B8A2-4B40-AA5B-528BB71662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D9730A-DE05-4808-88F8-7FB62E96F346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CC7EF-43F4-4EC4-A147-8770ED460C10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A1F575-F115-4A40-93EC-368895A419C4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First, we use Testing Data to evaluate Machine Learning methods.</a:t>
          </a:r>
        </a:p>
      </dsp:txBody>
      <dsp:txXfrm>
        <a:off x="1405898" y="2401"/>
        <a:ext cx="5543541" cy="1217228"/>
      </dsp:txXfrm>
    </dsp:sp>
    <dsp:sp modelId="{DD18CD2B-8A32-408B-BFF6-6BCFBA5DCEE7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9E72A-353A-477D-9611-D68F3889D6D9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E92DB-0F94-40E9-946B-D724A6EDAE65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Second, don’t be fooled by how well a Machine Learning method fits the Training Data.</a:t>
          </a:r>
        </a:p>
      </dsp:txBody>
      <dsp:txXfrm>
        <a:off x="1405898" y="1523937"/>
        <a:ext cx="5543541" cy="1217228"/>
      </dsp:txXfrm>
    </dsp:sp>
    <dsp:sp modelId="{62E5972E-564A-4EB3-B5CD-A55A94D54686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DE81B8-6F56-4519-BE14-F54AAFBE5DD4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16D0B-EEA3-4D71-81A5-5BC3C9481938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Fitting the Training Data well but making poor predictions, is called the </a:t>
          </a:r>
          <a:r>
            <a:rPr lang="en-US" sz="2200" b="1" kern="1200"/>
            <a:t>Bias-Variance Tradeoff</a:t>
          </a:r>
          <a:r>
            <a:rPr lang="en-US" sz="2200" kern="1200"/>
            <a:t>.</a:t>
          </a:r>
        </a:p>
      </dsp:txBody>
      <dsp:txXfrm>
        <a:off x="1405898" y="3045472"/>
        <a:ext cx="5543541" cy="1217228"/>
      </dsp:txXfrm>
    </dsp:sp>
    <dsp:sp modelId="{311115CF-C5B6-49C2-971A-4D21FF8733DF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0C33B-D2A4-439F-9DF1-8C1FA6832846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656E0-3D97-4D64-8B15-1D01A78BC516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Regardless of algorithms/methods, the most important thing isn’t how fancy it is, but how it performs with Testing Data.</a:t>
          </a:r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A01CF0-278A-5F40-8317-6EF7294E51F5}">
      <dsp:nvSpPr>
        <dsp:cNvPr id="0" name=""/>
        <dsp:cNvSpPr/>
      </dsp:nvSpPr>
      <dsp:spPr>
        <a:xfrm>
          <a:off x="0" y="2140018"/>
          <a:ext cx="694944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8882E-6B10-604E-9904-CF96662E15BD}">
      <dsp:nvSpPr>
        <dsp:cNvPr id="0" name=""/>
        <dsp:cNvSpPr/>
      </dsp:nvSpPr>
      <dsp:spPr>
        <a:xfrm>
          <a:off x="347472" y="1741498"/>
          <a:ext cx="4864607" cy="7970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Testing set and Training set </a:t>
          </a:r>
        </a:p>
      </dsp:txBody>
      <dsp:txXfrm>
        <a:off x="386380" y="1780406"/>
        <a:ext cx="4786791" cy="719223"/>
      </dsp:txXfrm>
    </dsp:sp>
    <dsp:sp modelId="{63E24F19-A027-B142-9C5A-5D8A8A6C1804}">
      <dsp:nvSpPr>
        <dsp:cNvPr id="0" name=""/>
        <dsp:cNvSpPr/>
      </dsp:nvSpPr>
      <dsp:spPr>
        <a:xfrm>
          <a:off x="0" y="3364738"/>
          <a:ext cx="6949440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FC883-37C3-0246-BC6F-55257D93A6F0}">
      <dsp:nvSpPr>
        <dsp:cNvPr id="0" name=""/>
        <dsp:cNvSpPr/>
      </dsp:nvSpPr>
      <dsp:spPr>
        <a:xfrm>
          <a:off x="347472" y="2966218"/>
          <a:ext cx="4864607" cy="797039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Cross validation </a:t>
          </a:r>
        </a:p>
      </dsp:txBody>
      <dsp:txXfrm>
        <a:off x="386380" y="3005126"/>
        <a:ext cx="4786791" cy="71922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22D505-A831-4D7A-8CCF-B22D73EFEFDA}">
      <dsp:nvSpPr>
        <dsp:cNvPr id="0" name=""/>
        <dsp:cNvSpPr/>
      </dsp:nvSpPr>
      <dsp:spPr>
        <a:xfrm>
          <a:off x="0" y="1906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9A93AD-C6EC-43AD-9F17-6DEFB6A784F2}">
      <dsp:nvSpPr>
        <dsp:cNvPr id="0" name=""/>
        <dsp:cNvSpPr/>
      </dsp:nvSpPr>
      <dsp:spPr>
        <a:xfrm>
          <a:off x="292311" y="219328"/>
          <a:ext cx="531475" cy="531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22C1AF-97DD-433A-AA2E-2974C12326E4}">
      <dsp:nvSpPr>
        <dsp:cNvPr id="0" name=""/>
        <dsp:cNvSpPr/>
      </dsp:nvSpPr>
      <dsp:spPr>
        <a:xfrm>
          <a:off x="1116098" y="1906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Eliminating the "Lucky Split" (Reliability)</a:t>
          </a:r>
        </a:p>
      </dsp:txBody>
      <dsp:txXfrm>
        <a:off x="1116098" y="1906"/>
        <a:ext cx="9537480" cy="966318"/>
      </dsp:txXfrm>
    </dsp:sp>
    <dsp:sp modelId="{FDD54922-BB03-4C87-B9CD-8D664D19E91F}">
      <dsp:nvSpPr>
        <dsp:cNvPr id="0" name=""/>
        <dsp:cNvSpPr/>
      </dsp:nvSpPr>
      <dsp:spPr>
        <a:xfrm>
          <a:off x="0" y="1209805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1A864-FACC-447A-BE83-59C630453A36}">
      <dsp:nvSpPr>
        <dsp:cNvPr id="0" name=""/>
        <dsp:cNvSpPr/>
      </dsp:nvSpPr>
      <dsp:spPr>
        <a:xfrm>
          <a:off x="292311" y="1427226"/>
          <a:ext cx="531475" cy="531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705EB5-6220-4E87-8A59-09D9EB55D2B6}">
      <dsp:nvSpPr>
        <dsp:cNvPr id="0" name=""/>
        <dsp:cNvSpPr/>
      </dsp:nvSpPr>
      <dsp:spPr>
        <a:xfrm>
          <a:off x="1116098" y="1209805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Maximizing Limited Data</a:t>
          </a:r>
        </a:p>
      </dsp:txBody>
      <dsp:txXfrm>
        <a:off x="1116098" y="1209805"/>
        <a:ext cx="9537480" cy="966318"/>
      </dsp:txXfrm>
    </dsp:sp>
    <dsp:sp modelId="{D4CB7C9A-647B-438D-B4AA-635A23F7F066}">
      <dsp:nvSpPr>
        <dsp:cNvPr id="0" name=""/>
        <dsp:cNvSpPr/>
      </dsp:nvSpPr>
      <dsp:spPr>
        <a:xfrm>
          <a:off x="0" y="2417703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770C55-58F2-41ED-A1CD-2E1443E85C8F}">
      <dsp:nvSpPr>
        <dsp:cNvPr id="0" name=""/>
        <dsp:cNvSpPr/>
      </dsp:nvSpPr>
      <dsp:spPr>
        <a:xfrm>
          <a:off x="292311" y="2635125"/>
          <a:ext cx="531475" cy="531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3DEBD-A147-44EA-9E21-9ED3CD540E4F}">
      <dsp:nvSpPr>
        <dsp:cNvPr id="0" name=""/>
        <dsp:cNvSpPr/>
      </dsp:nvSpPr>
      <dsp:spPr>
        <a:xfrm>
          <a:off x="1116098" y="2417703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Smarter Hyperparameter Tuning</a:t>
          </a:r>
        </a:p>
      </dsp:txBody>
      <dsp:txXfrm>
        <a:off x="1116098" y="2417703"/>
        <a:ext cx="9537480" cy="966318"/>
      </dsp:txXfrm>
    </dsp:sp>
    <dsp:sp modelId="{3992A9E7-50BF-43A2-BC79-3C2F171C7D81}">
      <dsp:nvSpPr>
        <dsp:cNvPr id="0" name=""/>
        <dsp:cNvSpPr/>
      </dsp:nvSpPr>
      <dsp:spPr>
        <a:xfrm>
          <a:off x="0" y="3625602"/>
          <a:ext cx="10653579" cy="9663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A68C1-E348-4CFB-ACB2-9E830217F49E}">
      <dsp:nvSpPr>
        <dsp:cNvPr id="0" name=""/>
        <dsp:cNvSpPr/>
      </dsp:nvSpPr>
      <dsp:spPr>
        <a:xfrm>
          <a:off x="292311" y="3843024"/>
          <a:ext cx="531475" cy="531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85860-451F-4135-BBA1-856F10BAE021}">
      <dsp:nvSpPr>
        <dsp:cNvPr id="0" name=""/>
        <dsp:cNvSpPr/>
      </dsp:nvSpPr>
      <dsp:spPr>
        <a:xfrm>
          <a:off x="1116098" y="3625602"/>
          <a:ext cx="9537480" cy="9663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269" tIns="102269" rIns="102269" bIns="102269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Detecting Overfitting</a:t>
          </a:r>
        </a:p>
      </dsp:txBody>
      <dsp:txXfrm>
        <a:off x="1116098" y="3625602"/>
        <a:ext cx="9537480" cy="9663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04A5A9-2C8D-744D-A065-F363395B2F74}">
      <dsp:nvSpPr>
        <dsp:cNvPr id="0" name=""/>
        <dsp:cNvSpPr/>
      </dsp:nvSpPr>
      <dsp:spPr>
        <a:xfrm>
          <a:off x="0" y="40678"/>
          <a:ext cx="6949440" cy="1113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How to choose which model works best with out data? </a:t>
          </a:r>
        </a:p>
      </dsp:txBody>
      <dsp:txXfrm>
        <a:off x="54373" y="95051"/>
        <a:ext cx="6840694" cy="1005094"/>
      </dsp:txXfrm>
    </dsp:sp>
    <dsp:sp modelId="{B9220E56-D179-1343-8482-2B2966AC81D0}">
      <dsp:nvSpPr>
        <dsp:cNvPr id="0" name=""/>
        <dsp:cNvSpPr/>
      </dsp:nvSpPr>
      <dsp:spPr>
        <a:xfrm>
          <a:off x="0" y="1235158"/>
          <a:ext cx="6949440" cy="1113840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 other words, which model predicts the outcome best? </a:t>
          </a:r>
        </a:p>
      </dsp:txBody>
      <dsp:txXfrm>
        <a:off x="54373" y="1289531"/>
        <a:ext cx="6840694" cy="1005094"/>
      </dsp:txXfrm>
    </dsp:sp>
    <dsp:sp modelId="{4FFD1EA4-05C4-2249-9998-B903EDF106F1}">
      <dsp:nvSpPr>
        <dsp:cNvPr id="0" name=""/>
        <dsp:cNvSpPr/>
      </dsp:nvSpPr>
      <dsp:spPr>
        <a:xfrm>
          <a:off x="0" y="2429638"/>
          <a:ext cx="6949440" cy="1113840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 work-flow: </a:t>
          </a:r>
        </a:p>
      </dsp:txBody>
      <dsp:txXfrm>
        <a:off x="54373" y="2484011"/>
        <a:ext cx="6840694" cy="1005094"/>
      </dsp:txXfrm>
    </dsp:sp>
    <dsp:sp modelId="{8DCB1184-D425-C04F-B1BB-417C6317416D}">
      <dsp:nvSpPr>
        <dsp:cNvPr id="0" name=""/>
        <dsp:cNvSpPr/>
      </dsp:nvSpPr>
      <dsp:spPr>
        <a:xfrm>
          <a:off x="0" y="3543478"/>
          <a:ext cx="6949440" cy="220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Test-Train split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Use Cross-Validation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Train all the methods with the training data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Test each method on the testing set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Summarize how each method performed on testing data </a:t>
          </a:r>
        </a:p>
      </dsp:txBody>
      <dsp:txXfrm>
        <a:off x="0" y="3543478"/>
        <a:ext cx="6949440" cy="2202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4FA57-8873-5B48-B378-7AA68C92391B}">
      <dsp:nvSpPr>
        <dsp:cNvPr id="0" name=""/>
        <dsp:cNvSpPr/>
      </dsp:nvSpPr>
      <dsp:spPr>
        <a:xfrm>
          <a:off x="3027" y="351702"/>
          <a:ext cx="2402161" cy="336302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82" tIns="330200" rIns="187282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True Positives: </a:t>
          </a:r>
          <a:r>
            <a:rPr lang="en-US" sz="1600" kern="1200" dirty="0"/>
            <a:t>These are the patients that </a:t>
          </a:r>
          <a:r>
            <a:rPr lang="en-US" sz="1600" i="1" kern="1200" dirty="0"/>
            <a:t>had HT </a:t>
          </a:r>
          <a:r>
            <a:rPr lang="en-US" sz="1600" kern="1200" dirty="0"/>
            <a:t>that were correctly identified by the algorithm.</a:t>
          </a:r>
        </a:p>
      </dsp:txBody>
      <dsp:txXfrm>
        <a:off x="3027" y="1629652"/>
        <a:ext cx="2402161" cy="2017815"/>
      </dsp:txXfrm>
    </dsp:sp>
    <dsp:sp modelId="{AD613BB6-EF0A-C84E-84F6-BA8CF49335CB}">
      <dsp:nvSpPr>
        <dsp:cNvPr id="0" name=""/>
        <dsp:cNvSpPr/>
      </dsp:nvSpPr>
      <dsp:spPr>
        <a:xfrm>
          <a:off x="699654" y="688005"/>
          <a:ext cx="1008907" cy="10089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658" tIns="12700" rIns="7865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47405" y="835756"/>
        <a:ext cx="713405" cy="713405"/>
      </dsp:txXfrm>
    </dsp:sp>
    <dsp:sp modelId="{B4C0EAF4-DCE1-7B47-96D6-6F1707535F60}">
      <dsp:nvSpPr>
        <dsp:cNvPr id="0" name=""/>
        <dsp:cNvSpPr/>
      </dsp:nvSpPr>
      <dsp:spPr>
        <a:xfrm>
          <a:off x="3027" y="3714656"/>
          <a:ext cx="2402161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E359F-B606-3F40-A75D-62AFA96E9B14}">
      <dsp:nvSpPr>
        <dsp:cNvPr id="0" name=""/>
        <dsp:cNvSpPr/>
      </dsp:nvSpPr>
      <dsp:spPr>
        <a:xfrm>
          <a:off x="2645405" y="351702"/>
          <a:ext cx="2402161" cy="336302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82" tIns="330200" rIns="187282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True Negatives: </a:t>
          </a:r>
          <a:r>
            <a:rPr lang="en-US" sz="1600" kern="1200" dirty="0"/>
            <a:t>These are the patients that </a:t>
          </a:r>
          <a:r>
            <a:rPr lang="en-US" sz="1600" i="1" kern="1200" dirty="0"/>
            <a:t>did not have HT </a:t>
          </a:r>
          <a:r>
            <a:rPr lang="en-US" sz="1600" kern="1200" dirty="0"/>
            <a:t>that were correctly identified by the algorithm.</a:t>
          </a:r>
        </a:p>
      </dsp:txBody>
      <dsp:txXfrm>
        <a:off x="2645405" y="1629652"/>
        <a:ext cx="2402161" cy="2017815"/>
      </dsp:txXfrm>
    </dsp:sp>
    <dsp:sp modelId="{1BF006FA-CCC8-E749-AE8C-14DA5B1D8A59}">
      <dsp:nvSpPr>
        <dsp:cNvPr id="0" name=""/>
        <dsp:cNvSpPr/>
      </dsp:nvSpPr>
      <dsp:spPr>
        <a:xfrm>
          <a:off x="3342032" y="688005"/>
          <a:ext cx="1008907" cy="10089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658" tIns="12700" rIns="7865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89783" y="835756"/>
        <a:ext cx="713405" cy="713405"/>
      </dsp:txXfrm>
    </dsp:sp>
    <dsp:sp modelId="{25CAC257-4849-0544-8E7D-EE1AF0A34971}">
      <dsp:nvSpPr>
        <dsp:cNvPr id="0" name=""/>
        <dsp:cNvSpPr/>
      </dsp:nvSpPr>
      <dsp:spPr>
        <a:xfrm>
          <a:off x="2645405" y="3714656"/>
          <a:ext cx="2402161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BF220-4A44-0D4C-AE04-88C6A684FD94}">
      <dsp:nvSpPr>
        <dsp:cNvPr id="0" name=""/>
        <dsp:cNvSpPr/>
      </dsp:nvSpPr>
      <dsp:spPr>
        <a:xfrm>
          <a:off x="5287783" y="351702"/>
          <a:ext cx="2402161" cy="336302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82" tIns="330200" rIns="187282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False Negatives: </a:t>
          </a:r>
          <a:r>
            <a:rPr lang="en-US" sz="1600" kern="1200" dirty="0"/>
            <a:t>False Negatives are when a patient has HT, but the algorithm said they didn’t.</a:t>
          </a:r>
        </a:p>
      </dsp:txBody>
      <dsp:txXfrm>
        <a:off x="5287783" y="1629652"/>
        <a:ext cx="2402161" cy="2017815"/>
      </dsp:txXfrm>
    </dsp:sp>
    <dsp:sp modelId="{75F11B30-EC97-7C42-9C85-3C0A3F2CF43C}">
      <dsp:nvSpPr>
        <dsp:cNvPr id="0" name=""/>
        <dsp:cNvSpPr/>
      </dsp:nvSpPr>
      <dsp:spPr>
        <a:xfrm>
          <a:off x="5984409" y="688005"/>
          <a:ext cx="1008907" cy="10089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658" tIns="12700" rIns="7865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132160" y="835756"/>
        <a:ext cx="713405" cy="713405"/>
      </dsp:txXfrm>
    </dsp:sp>
    <dsp:sp modelId="{477FD42B-1771-534C-A8BA-C756D3477493}">
      <dsp:nvSpPr>
        <dsp:cNvPr id="0" name=""/>
        <dsp:cNvSpPr/>
      </dsp:nvSpPr>
      <dsp:spPr>
        <a:xfrm>
          <a:off x="5287783" y="3714656"/>
          <a:ext cx="2402161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055E5-68E7-7444-BC50-05B94633CDBA}">
      <dsp:nvSpPr>
        <dsp:cNvPr id="0" name=""/>
        <dsp:cNvSpPr/>
      </dsp:nvSpPr>
      <dsp:spPr>
        <a:xfrm>
          <a:off x="7930160" y="351702"/>
          <a:ext cx="2402161" cy="3363025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7282" tIns="330200" rIns="187282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False Positives </a:t>
          </a:r>
          <a:r>
            <a:rPr lang="en-US" sz="1600" kern="1200" dirty="0"/>
            <a:t>: False Positives are patients that do not have HT, but the algorithm says they do.</a:t>
          </a:r>
        </a:p>
      </dsp:txBody>
      <dsp:txXfrm>
        <a:off x="7930160" y="1629652"/>
        <a:ext cx="2402161" cy="2017815"/>
      </dsp:txXfrm>
    </dsp:sp>
    <dsp:sp modelId="{3A00E8C3-D945-B543-A52F-57C8BF97AB0E}">
      <dsp:nvSpPr>
        <dsp:cNvPr id="0" name=""/>
        <dsp:cNvSpPr/>
      </dsp:nvSpPr>
      <dsp:spPr>
        <a:xfrm>
          <a:off x="8626787" y="688005"/>
          <a:ext cx="1008907" cy="10089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658" tIns="12700" rIns="7865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774538" y="835756"/>
        <a:ext cx="713405" cy="713405"/>
      </dsp:txXfrm>
    </dsp:sp>
    <dsp:sp modelId="{700C6BEE-50B6-D245-B67D-CBB53389C3CB}">
      <dsp:nvSpPr>
        <dsp:cNvPr id="0" name=""/>
        <dsp:cNvSpPr/>
      </dsp:nvSpPr>
      <dsp:spPr>
        <a:xfrm>
          <a:off x="7930160" y="3714656"/>
          <a:ext cx="2402161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5BB620-02A9-45F3-868D-47ABA7D79517}">
      <dsp:nvSpPr>
        <dsp:cNvPr id="0" name=""/>
        <dsp:cNvSpPr/>
      </dsp:nvSpPr>
      <dsp:spPr>
        <a:xfrm>
          <a:off x="0" y="940328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94F5B-B2DC-4441-A0A9-AE209232E332}">
      <dsp:nvSpPr>
        <dsp:cNvPr id="0" name=""/>
        <dsp:cNvSpPr/>
      </dsp:nvSpPr>
      <dsp:spPr>
        <a:xfrm>
          <a:off x="525137" y="1330926"/>
          <a:ext cx="954795" cy="9547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39BBD1-0564-4FB9-836E-C2DBB4189DE1}">
      <dsp:nvSpPr>
        <dsp:cNvPr id="0" name=""/>
        <dsp:cNvSpPr/>
      </dsp:nvSpPr>
      <dsp:spPr>
        <a:xfrm>
          <a:off x="2005070" y="940328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So, the larger the area under the curve, the better the classifier is.</a:t>
          </a:r>
        </a:p>
      </dsp:txBody>
      <dsp:txXfrm>
        <a:off x="2005070" y="940328"/>
        <a:ext cx="4944369" cy="1735991"/>
      </dsp:txXfrm>
    </dsp:sp>
    <dsp:sp modelId="{941F5D5B-C3A8-4BC6-9DC4-2C76A8EC6184}">
      <dsp:nvSpPr>
        <dsp:cNvPr id="0" name=""/>
        <dsp:cNvSpPr/>
      </dsp:nvSpPr>
      <dsp:spPr>
        <a:xfrm>
          <a:off x="0" y="3110317"/>
          <a:ext cx="6949440" cy="17359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9F475-37C1-4C5D-8C6A-740723FD0532}">
      <dsp:nvSpPr>
        <dsp:cNvPr id="0" name=""/>
        <dsp:cNvSpPr/>
      </dsp:nvSpPr>
      <dsp:spPr>
        <a:xfrm>
          <a:off x="525137" y="3500915"/>
          <a:ext cx="954795" cy="9547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159C0-B8A2-4B40-AA5B-528BB7166291}">
      <dsp:nvSpPr>
        <dsp:cNvPr id="0" name=""/>
        <dsp:cNvSpPr/>
      </dsp:nvSpPr>
      <dsp:spPr>
        <a:xfrm>
          <a:off x="2005070" y="3110317"/>
          <a:ext cx="4944369" cy="17359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726" tIns="183726" rIns="183726" bIns="183726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And it is precisely this area that is reflected by the AUC value, the Area under the Curve.</a:t>
          </a:r>
        </a:p>
      </dsp:txBody>
      <dsp:txXfrm>
        <a:off x="2005070" y="3110317"/>
        <a:ext cx="4944369" cy="1735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6B0BCE-5FC1-3841-B620-62BDDB7B8056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0CBF52-3935-6547-AE08-B46C1E387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0CBF52-3935-6547-AE08-B46C1E387C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85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6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5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3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4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6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95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65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93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5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4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D61D-9758-AD7C-D40B-EA7887CD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9898" y="1129554"/>
            <a:ext cx="4640686" cy="3475236"/>
          </a:xfrm>
        </p:spPr>
        <p:txBody>
          <a:bodyPr>
            <a:normAutofit fontScale="90000"/>
          </a:bodyPr>
          <a:lstStyle/>
          <a:p>
            <a:pPr algn="l"/>
            <a:r>
              <a:rPr lang="en-US" sz="5400" dirty="0"/>
              <a:t>Week-2: Predictive analytics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77EE-0442-6DE5-9F45-629D5F629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5591" y="4731337"/>
            <a:ext cx="4389545" cy="1184584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/>
              <a:t>Ahmed Sabit</a:t>
            </a:r>
          </a:p>
          <a:p>
            <a:r>
              <a:rPr lang="en-US" dirty="0"/>
              <a:t>Department of Biostatistics, </a:t>
            </a:r>
          </a:p>
          <a:p>
            <a:r>
              <a:rPr lang="en-US" dirty="0"/>
              <a:t>Johns Hopkins University</a:t>
            </a:r>
          </a:p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D0479B-FBAE-8ACF-4B62-9F46F2EDA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52" r="-2" b="-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7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A7ADC1-DFF3-1220-6302-6EF271BD8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Two main ideas of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600F7B-DF4C-EBDE-A0A7-3B600BF6F8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950389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2039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63461-D764-935C-A05D-A339DC89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/>
              <a:t>Recap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51A8CB-CA08-968A-46B1-76388F3F34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0054900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604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B82F3-5036-349D-6A6F-638D8C11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Cross-Validation?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4CB2E4A-64CD-9D2B-15BF-0DF2D7B462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3921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6672-FE2E-9CC6-9E84-02844F17B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Overfitting</a:t>
            </a:r>
          </a:p>
        </p:txBody>
      </p:sp>
      <p:pic>
        <p:nvPicPr>
          <p:cNvPr id="5" name="Content Placeholder 4" descr="A diagram of different types of graphs&#10;&#10;AI-generated content may be incorrect.">
            <a:extLst>
              <a:ext uri="{FF2B5EF4-FFF2-40B4-BE49-F238E27FC236}">
                <a16:creationId xmlns:a16="http://schemas.microsoft.com/office/drawing/2014/main" id="{28952321-C982-21BA-4818-D56CF942A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3999" y="1101535"/>
            <a:ext cx="5124451" cy="349787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2FFB6F-A065-BA11-6496-44ABDCEB8C8A}"/>
              </a:ext>
            </a:extLst>
          </p:cNvPr>
          <p:cNvSpPr txBox="1">
            <a:spLocks/>
          </p:cNvSpPr>
          <p:nvPr/>
        </p:nvSpPr>
        <p:spPr>
          <a:xfrm>
            <a:off x="2647950" y="4838890"/>
            <a:ext cx="6788148" cy="18097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Underfitting</a:t>
            </a:r>
            <a:r>
              <a:rPr lang="en-US" dirty="0"/>
              <a:t> → The model hasn’t learned enough.</a:t>
            </a:r>
          </a:p>
          <a:p>
            <a:r>
              <a:rPr lang="en-US" b="1" dirty="0"/>
              <a:t>Overfitting</a:t>
            </a:r>
            <a:r>
              <a:rPr lang="en-US" dirty="0"/>
              <a:t> → The model has learned too much (even noise).</a:t>
            </a:r>
          </a:p>
          <a:p>
            <a:r>
              <a:rPr lang="en-US" b="1" dirty="0"/>
              <a:t>Good fit</a:t>
            </a:r>
            <a:r>
              <a:rPr lang="en-US" dirty="0"/>
              <a:t> → The model captures the important patterns and ignores the noise.</a:t>
            </a:r>
          </a:p>
          <a:p>
            <a:pPr marL="0" indent="0">
              <a:buNone/>
            </a:pPr>
            <a:r>
              <a:rPr lang="en-US" sz="1300" i="1" dirty="0"/>
              <a:t>Source of the graph: https://</a:t>
            </a:r>
            <a:r>
              <a:rPr lang="en-US" sz="1300" i="1" dirty="0" err="1"/>
              <a:t>python.plainenglish.io</a:t>
            </a:r>
            <a:r>
              <a:rPr lang="en-US" sz="1300" i="1" dirty="0"/>
              <a:t>/overfitting-vs-underfitting-in-machine-learning-the-goldilocks-problem-b8b5232e984e</a:t>
            </a:r>
          </a:p>
        </p:txBody>
      </p:sp>
    </p:spTree>
    <p:extLst>
      <p:ext uri="{BB962C8B-B14F-4D97-AF65-F5344CB8AC3E}">
        <p14:creationId xmlns:p14="http://schemas.microsoft.com/office/powerpoint/2010/main" val="198975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7BD1-EA61-E696-8408-9806924E0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dirty="0"/>
              <a:t>The Confusion Matrix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C3B0152-1345-D3A2-9096-31B093753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166634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1331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0350-2005-554C-5323-B142E206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Confusion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A93207-7761-8A6D-A70E-F33AA04DB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28331"/>
              </p:ext>
            </p:extLst>
          </p:nvPr>
        </p:nvGraphicFramePr>
        <p:xfrm>
          <a:off x="2438401" y="2349500"/>
          <a:ext cx="7169149" cy="200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49">
                  <a:extLst>
                    <a:ext uri="{9D8B030D-6E8A-4147-A177-3AD203B41FA5}">
                      <a16:colId xmlns:a16="http://schemas.microsoft.com/office/drawing/2014/main" val="178903258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05519150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1602191425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318518516"/>
                    </a:ext>
                  </a:extLst>
                </a:gridCol>
              </a:tblGrid>
              <a:tr h="5021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164803"/>
                  </a:ext>
                </a:extLst>
              </a:tr>
              <a:tr h="5021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Has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Do not have 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34652"/>
                  </a:ext>
                </a:extLst>
              </a:tr>
              <a:tr h="502126">
                <a:tc row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Has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Positives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94435"/>
                  </a:ext>
                </a:extLst>
              </a:tr>
              <a:tr h="5021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Do not have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 Negatives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 Negatives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88179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A97D44-4A9E-9B55-3C40-8BB5A0E29CA5}"/>
              </a:ext>
            </a:extLst>
          </p:cNvPr>
          <p:cNvSpPr txBox="1">
            <a:spLocks/>
          </p:cNvSpPr>
          <p:nvPr/>
        </p:nvSpPr>
        <p:spPr>
          <a:xfrm>
            <a:off x="2603500" y="4775200"/>
            <a:ext cx="7277100" cy="8973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Rows represents what is predicted </a:t>
            </a:r>
          </a:p>
          <a:p>
            <a:r>
              <a:rPr lang="en-US" dirty="0"/>
              <a:t>Columns predicts what is actual</a:t>
            </a:r>
          </a:p>
        </p:txBody>
      </p:sp>
    </p:spTree>
    <p:extLst>
      <p:ext uri="{BB962C8B-B14F-4D97-AF65-F5344CB8AC3E}">
        <p14:creationId xmlns:p14="http://schemas.microsoft.com/office/powerpoint/2010/main" val="2730456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B82AF-17BA-30D3-A7C8-8BD983EF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The Confusion Matrix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E21C8EBB-8342-5B1C-2664-0B087F0D7D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466724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321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8CA4-C5CF-C558-5FF2-E96E6683A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6869E-EFDD-13BA-E606-D753557C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47" y="1699194"/>
            <a:ext cx="10653579" cy="4593828"/>
          </a:xfrm>
        </p:spPr>
        <p:txBody>
          <a:bodyPr/>
          <a:lstStyle/>
          <a:p>
            <a:r>
              <a:rPr lang="en-US" dirty="0"/>
              <a:t>Sensitivity: Sensitivity tells us what percentage of patients with HT were correctly identified.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 up of a sign&#10;&#10;AI-generated content may be incorrect.">
            <a:extLst>
              <a:ext uri="{FF2B5EF4-FFF2-40B4-BE49-F238E27FC236}">
                <a16:creationId xmlns:a16="http://schemas.microsoft.com/office/drawing/2014/main" id="{BA837718-F103-8313-5C8B-989C5024A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2730500"/>
            <a:ext cx="7683500" cy="1397000"/>
          </a:xfrm>
          <a:prstGeom prst="rect">
            <a:avLst/>
          </a:prstGeom>
        </p:spPr>
      </p:pic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CAA7D2AC-5FCB-06EE-87F0-1A9AC5D58C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502561"/>
              </p:ext>
            </p:extLst>
          </p:nvPr>
        </p:nvGraphicFramePr>
        <p:xfrm>
          <a:off x="1860551" y="4363027"/>
          <a:ext cx="7169149" cy="200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49">
                  <a:extLst>
                    <a:ext uri="{9D8B030D-6E8A-4147-A177-3AD203B41FA5}">
                      <a16:colId xmlns:a16="http://schemas.microsoft.com/office/drawing/2014/main" val="178903258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05519150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1602191425"/>
                    </a:ext>
                  </a:extLst>
                </a:gridCol>
                <a:gridCol w="1974850">
                  <a:extLst>
                    <a:ext uri="{9D8B030D-6E8A-4147-A177-3AD203B41FA5}">
                      <a16:colId xmlns:a16="http://schemas.microsoft.com/office/drawing/2014/main" val="2318518516"/>
                    </a:ext>
                  </a:extLst>
                </a:gridCol>
              </a:tblGrid>
              <a:tr h="5021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Actual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164803"/>
                  </a:ext>
                </a:extLst>
              </a:tr>
              <a:tr h="50212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Has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Do not have 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034652"/>
                  </a:ext>
                </a:extLst>
              </a:tr>
              <a:tr h="502126">
                <a:tc rowSpan="2"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Predicted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1" dirty="0"/>
                        <a:t>Has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94435"/>
                  </a:ext>
                </a:extLst>
              </a:tr>
              <a:tr h="50212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1" dirty="0"/>
                        <a:t>Do not have 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881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38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E9B26-6AF6-F262-6231-60777916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74AF9-8149-993E-E341-4BDB716A4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Specificity: Specificity tells us what percentage of patients without </a:t>
            </a:r>
            <a:r>
              <a:rPr lang="en-US" dirty="0" err="1"/>
              <a:t>HTwere</a:t>
            </a:r>
            <a:r>
              <a:rPr lang="en-US" dirty="0"/>
              <a:t> correctly identified.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E186007-2427-BC52-6A6D-F7E61C76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2768600"/>
            <a:ext cx="74422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3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B6F9B-8659-683C-A04B-3E0E3B46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Sensitivity vs. Specificity</a:t>
            </a:r>
          </a:p>
        </p:txBody>
      </p:sp>
      <p:pic>
        <p:nvPicPr>
          <p:cNvPr id="5" name="Picture 4" descr="Brown wooden bowling pins and bowling ball">
            <a:extLst>
              <a:ext uri="{FF2B5EF4-FFF2-40B4-BE49-F238E27FC236}">
                <a16:creationId xmlns:a16="http://schemas.microsoft.com/office/drawing/2014/main" id="{4B8CC9DF-2FF8-0AF1-204F-DB26A9A1C6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00" r="7700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0E173-A624-0EA1-E9D5-C838AAE4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sz="1800"/>
              <a:t>Which one to use and why? </a:t>
            </a:r>
          </a:p>
        </p:txBody>
      </p:sp>
    </p:spTree>
    <p:extLst>
      <p:ext uri="{BB962C8B-B14F-4D97-AF65-F5344CB8AC3E}">
        <p14:creationId xmlns:p14="http://schemas.microsoft.com/office/powerpoint/2010/main" val="38550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4C5C2-5B30-3F97-EF9C-0B44F3B7B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/>
              <a:t>ROC and AUC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19D1F-9E7B-57CB-A32B-984B6970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en-US" sz="1800" dirty="0"/>
              <a:t>ROC: Receiver Operating Characteristic</a:t>
            </a:r>
          </a:p>
          <a:p>
            <a:r>
              <a:rPr lang="en-US" sz="1800" dirty="0"/>
              <a:t>AUC: Area under the curve</a:t>
            </a:r>
          </a:p>
          <a:p>
            <a:endParaRPr lang="en-US" sz="1800" dirty="0"/>
          </a:p>
          <a:p>
            <a:r>
              <a:rPr lang="en-US" sz="1800" dirty="0"/>
              <a:t>ROC Definition: </a:t>
            </a:r>
          </a:p>
          <a:p>
            <a:pPr lvl="1"/>
            <a:r>
              <a:rPr lang="en-US" dirty="0"/>
              <a:t>A ROC Curve is a graphical representation of the performance of a binary classification model for all classification thresholds.  </a:t>
            </a:r>
          </a:p>
        </p:txBody>
      </p:sp>
      <p:pic>
        <p:nvPicPr>
          <p:cNvPr id="12" name="Picture 11" descr="Multicolored arrows pointing to different directions">
            <a:extLst>
              <a:ext uri="{FF2B5EF4-FFF2-40B4-BE49-F238E27FC236}">
                <a16:creationId xmlns:a16="http://schemas.microsoft.com/office/drawing/2014/main" id="{7B4B3AD4-E439-9960-6ADB-E2D12D4DAE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97" r="4293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445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03CF-8F3C-2843-B9E9-C3C1DE6D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ROC and AUC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D7E202-E22C-6E7D-E4B4-003C425EE9C5}"/>
              </a:ext>
            </a:extLst>
          </p:cNvPr>
          <p:cNvSpPr txBox="1">
            <a:spLocks/>
          </p:cNvSpPr>
          <p:nvPr/>
        </p:nvSpPr>
        <p:spPr>
          <a:xfrm>
            <a:off x="925774" y="2023418"/>
            <a:ext cx="8783376" cy="3602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True Positive Rate or Sensitivity: </a:t>
            </a:r>
            <a:r>
              <a:rPr lang="en-US" dirty="0"/>
              <a:t>What proportion of HT was correctly classified (plotted in y-axis)</a:t>
            </a:r>
          </a:p>
          <a:p>
            <a:pPr marL="0" indent="0">
              <a:buNone/>
            </a:pPr>
            <a:r>
              <a:rPr lang="en-US" b="1" dirty="0"/>
              <a:t>False Positive Rate (1 – Specificity):</a:t>
            </a:r>
            <a:r>
              <a:rPr lang="en-US" dirty="0"/>
              <a:t> The proportion of actual negative cases that are incorrectly identified as positive (plotted in x-axis)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Content Placeholder 4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70A92082-A114-E560-7A83-4991C23786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6450" y="3787982"/>
            <a:ext cx="5557434" cy="1209468"/>
          </a:xfrm>
        </p:spPr>
      </p:pic>
    </p:spTree>
    <p:extLst>
      <p:ext uri="{BB962C8B-B14F-4D97-AF65-F5344CB8AC3E}">
        <p14:creationId xmlns:p14="http://schemas.microsoft.com/office/powerpoint/2010/main" val="4074046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540F-2E56-C501-BA85-AFA52962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Example</a:t>
            </a:r>
          </a:p>
        </p:txBody>
      </p:sp>
      <p:pic>
        <p:nvPicPr>
          <p:cNvPr id="4" name="Content Placeholder 4" descr="A diagram of different types of bacteria&#10;&#10;AI-generated content may be incorrect.">
            <a:extLst>
              <a:ext uri="{FF2B5EF4-FFF2-40B4-BE49-F238E27FC236}">
                <a16:creationId xmlns:a16="http://schemas.microsoft.com/office/drawing/2014/main" id="{4D25D520-0987-A735-A0FB-740B8C3493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387553"/>
            <a:ext cx="9094788" cy="3002333"/>
          </a:xfr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A4C204-3A40-FEDE-9C68-545AA037C8F7}"/>
              </a:ext>
            </a:extLst>
          </p:cNvPr>
          <p:cNvSpPr txBox="1">
            <a:spLocks/>
          </p:cNvSpPr>
          <p:nvPr/>
        </p:nvSpPr>
        <p:spPr>
          <a:xfrm>
            <a:off x="1752600" y="5725742"/>
            <a:ext cx="10586776" cy="6369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0" i="1" dirty="0"/>
              <a:t>Source: </a:t>
            </a:r>
            <a:r>
              <a:rPr lang="en-US" sz="1100" b="0" i="1" dirty="0" err="1"/>
              <a:t>DATAtab</a:t>
            </a:r>
            <a:endParaRPr lang="en-US" sz="1100" b="0" i="1" dirty="0"/>
          </a:p>
        </p:txBody>
      </p:sp>
    </p:spTree>
    <p:extLst>
      <p:ext uri="{BB962C8B-B14F-4D97-AF65-F5344CB8AC3E}">
        <p14:creationId xmlns:p14="http://schemas.microsoft.com/office/powerpoint/2010/main" val="3148869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CF33E-5475-F37C-3EE8-F284B1D3E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ROC: Selecting the best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BCE35E-45E2-1965-A2A8-FB1086327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12775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169733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527</Words>
  <Application>Microsoft Macintosh PowerPoint</Application>
  <PresentationFormat>Widescreen</PresentationFormat>
  <Paragraphs>88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Neue Haas Grotesk Text Pro</vt:lpstr>
      <vt:lpstr>VanillaVTI</vt:lpstr>
      <vt:lpstr>Week-2: Predictive analytics Fundamentals</vt:lpstr>
      <vt:lpstr>Two main ideas of Machine learning</vt:lpstr>
      <vt:lpstr>Recap</vt:lpstr>
      <vt:lpstr>Why Cross-Validation? </vt:lpstr>
      <vt:lpstr>Overfitting</vt:lpstr>
      <vt:lpstr>The Confusion Matrix</vt:lpstr>
      <vt:lpstr>The Confusion Matrix</vt:lpstr>
      <vt:lpstr>The Confusion Matrix</vt:lpstr>
      <vt:lpstr>Sensitivity</vt:lpstr>
      <vt:lpstr>Specificity</vt:lpstr>
      <vt:lpstr>Sensitivity vs. Specificity</vt:lpstr>
      <vt:lpstr>ROC and AUC</vt:lpstr>
      <vt:lpstr>ROC and AUC</vt:lpstr>
      <vt:lpstr>ROC Example</vt:lpstr>
      <vt:lpstr>ROC: Selecting the best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Sabit</dc:creator>
  <cp:lastModifiedBy>Ahmed Sabit</cp:lastModifiedBy>
  <cp:revision>1</cp:revision>
  <dcterms:created xsi:type="dcterms:W3CDTF">2026-02-23T02:22:50Z</dcterms:created>
  <dcterms:modified xsi:type="dcterms:W3CDTF">2026-02-23T16:16:50Z</dcterms:modified>
</cp:coreProperties>
</file>